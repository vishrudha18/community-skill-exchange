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66" r:id="rId2"/>
    <p:sldId id="256" r:id="rId3"/>
    <p:sldId id="257" r:id="rId4"/>
    <p:sldId id="258" r:id="rId5"/>
    <p:sldId id="259" r:id="rId6"/>
    <p:sldId id="260" r:id="rId7"/>
    <p:sldId id="261" r:id="rId8"/>
    <p:sldId id="262" r:id="rId9"/>
    <p:sldId id="263" r:id="rId10"/>
    <p:sldId id="264" r:id="rId11"/>
  </p:sldIdLst>
  <p:sldSz cx="14630400" cy="8229600"/>
  <p:notesSz cx="8229600" cy="14630400"/>
  <p:embeddedFontLst>
    <p:embeddedFont>
      <p:font typeface="Algerian" panose="04020705040A02060702" pitchFamily="82" charset="0"/>
      <p:regular r:id="rId13"/>
    </p:embeddedFont>
    <p:embeddedFont>
      <p:font typeface="Inter" panose="020B0604020202020204" charset="0"/>
      <p:regular r:id="rId14"/>
    </p:embeddedFont>
    <p:embeddedFont>
      <p:font typeface="Petrona"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B5EEE774-A9EA-429C-AE28-56E8F653823B}"/>
    <pc:docChg chg="modSld">
      <pc:chgData name="Guest User" userId="" providerId="Windows Live" clId="Web-{B5EEE774-A9EA-429C-AE28-56E8F653823B}" dt="2024-08-31T04:34:05.898" v="5"/>
      <pc:docMkLst>
        <pc:docMk/>
      </pc:docMkLst>
      <pc:sldChg chg="modTransition">
        <pc:chgData name="Guest User" userId="" providerId="Windows Live" clId="Web-{B5EEE774-A9EA-429C-AE28-56E8F653823B}" dt="2024-08-31T04:34:05.898" v="5"/>
        <pc:sldMkLst>
          <pc:docMk/>
          <pc:sldMk cId="2996660151" sldId="266"/>
        </pc:sldMkLst>
      </pc:sldChg>
    </pc:docChg>
  </pc:docChgLst>
  <pc:docChgLst>
    <pc:chgData name="nagarajangappan599@gmail.com" userId="88e9dd94075b9f4c" providerId="LiveId" clId="{F99B7FBF-DB40-41E0-9D21-D13DF10790CC}"/>
    <pc:docChg chg="delSld modSld">
      <pc:chgData name="nagarajangappan599@gmail.com" userId="88e9dd94075b9f4c" providerId="LiveId" clId="{F99B7FBF-DB40-41E0-9D21-D13DF10790CC}" dt="2024-12-06T17:34:50.241" v="5"/>
      <pc:docMkLst>
        <pc:docMk/>
      </pc:docMkLst>
      <pc:sldChg chg="modSp mod">
        <pc:chgData name="nagarajangappan599@gmail.com" userId="88e9dd94075b9f4c" providerId="LiveId" clId="{F99B7FBF-DB40-41E0-9D21-D13DF10790CC}" dt="2024-12-06T17:34:50.241" v="5"/>
        <pc:sldMkLst>
          <pc:docMk/>
          <pc:sldMk cId="0" sldId="256"/>
        </pc:sldMkLst>
        <pc:spChg chg="mod">
          <ac:chgData name="nagarajangappan599@gmail.com" userId="88e9dd94075b9f4c" providerId="LiveId" clId="{F99B7FBF-DB40-41E0-9D21-D13DF10790CC}" dt="2024-12-06T17:34:50.241" v="5"/>
          <ac:spMkLst>
            <pc:docMk/>
            <pc:sldMk cId="0" sldId="256"/>
            <ac:spMk id="10" creationId="{D892B680-9B38-3C79-496E-6517B55D3989}"/>
          </ac:spMkLst>
        </pc:spChg>
      </pc:sldChg>
      <pc:sldChg chg="del">
        <pc:chgData name="nagarajangappan599@gmail.com" userId="88e9dd94075b9f4c" providerId="LiveId" clId="{F99B7FBF-DB40-41E0-9D21-D13DF10790CC}" dt="2024-12-06T17:34:17.548" v="0" actId="2696"/>
        <pc:sldMkLst>
          <pc:docMk/>
          <pc:sldMk cId="891890254" sldId="268"/>
        </pc:sldMkLst>
      </pc:sldChg>
    </pc:docChg>
  </pc:docChgLst>
  <pc:docChgLst>
    <pc:chgData name="nagarajangappan599@gmail.com" userId="88e9dd94075b9f4c" providerId="LiveId" clId="{AB31FAF2-60CE-4C2E-B0EA-3586293072A1}"/>
    <pc:docChg chg="undo custSel addSld delSld modSld sldOrd">
      <pc:chgData name="nagarajangappan599@gmail.com" userId="88e9dd94075b9f4c" providerId="LiveId" clId="{AB31FAF2-60CE-4C2E-B0EA-3586293072A1}" dt="2024-08-30T16:50:35.450" v="1015" actId="14100"/>
      <pc:docMkLst>
        <pc:docMk/>
      </pc:docMkLst>
      <pc:sldChg chg="addSp modSp mod ord">
        <pc:chgData name="nagarajangappan599@gmail.com" userId="88e9dd94075b9f4c" providerId="LiveId" clId="{AB31FAF2-60CE-4C2E-B0EA-3586293072A1}" dt="2024-08-30T16:38:38.524" v="985" actId="1076"/>
        <pc:sldMkLst>
          <pc:docMk/>
          <pc:sldMk cId="0" sldId="256"/>
        </pc:sldMkLst>
        <pc:spChg chg="mod">
          <ac:chgData name="nagarajangappan599@gmail.com" userId="88e9dd94075b9f4c" providerId="LiveId" clId="{AB31FAF2-60CE-4C2E-B0EA-3586293072A1}" dt="2024-08-30T16:22:46.435" v="355" actId="21"/>
          <ac:spMkLst>
            <pc:docMk/>
            <pc:sldMk cId="0" sldId="256"/>
            <ac:spMk id="5" creationId="{00000000-0000-0000-0000-000000000000}"/>
          </ac:spMkLst>
        </pc:spChg>
        <pc:spChg chg="mod">
          <ac:chgData name="nagarajangappan599@gmail.com" userId="88e9dd94075b9f4c" providerId="LiveId" clId="{AB31FAF2-60CE-4C2E-B0EA-3586293072A1}" dt="2024-08-30T16:14:59.856" v="289" actId="20577"/>
          <ac:spMkLst>
            <pc:docMk/>
            <pc:sldMk cId="0" sldId="256"/>
            <ac:spMk id="6" creationId="{00000000-0000-0000-0000-000000000000}"/>
          </ac:spMkLst>
        </pc:spChg>
        <pc:spChg chg="add mod ord">
          <ac:chgData name="nagarajangappan599@gmail.com" userId="88e9dd94075b9f4c" providerId="LiveId" clId="{AB31FAF2-60CE-4C2E-B0EA-3586293072A1}" dt="2024-08-30T16:38:31.054" v="984" actId="1076"/>
          <ac:spMkLst>
            <pc:docMk/>
            <pc:sldMk cId="0" sldId="256"/>
            <ac:spMk id="8" creationId="{8962D5DA-D80D-AD5A-BE2C-76326DBD039F}"/>
          </ac:spMkLst>
        </pc:spChg>
        <pc:spChg chg="add mod">
          <ac:chgData name="nagarajangappan599@gmail.com" userId="88e9dd94075b9f4c" providerId="LiveId" clId="{AB31FAF2-60CE-4C2E-B0EA-3586293072A1}" dt="2024-08-30T16:34:16.025" v="890" actId="1076"/>
          <ac:spMkLst>
            <pc:docMk/>
            <pc:sldMk cId="0" sldId="256"/>
            <ac:spMk id="9" creationId="{E60C38C1-FE82-99EC-0915-0C03C7BCBF0E}"/>
          </ac:spMkLst>
        </pc:spChg>
        <pc:spChg chg="add mod">
          <ac:chgData name="nagarajangappan599@gmail.com" userId="88e9dd94075b9f4c" providerId="LiveId" clId="{AB31FAF2-60CE-4C2E-B0EA-3586293072A1}" dt="2024-08-30T16:38:38.524" v="985" actId="1076"/>
          <ac:spMkLst>
            <pc:docMk/>
            <pc:sldMk cId="0" sldId="256"/>
            <ac:spMk id="10" creationId="{D892B680-9B38-3C79-496E-6517B55D3989}"/>
          </ac:spMkLst>
        </pc:spChg>
      </pc:sldChg>
      <pc:sldChg chg="modSp mod">
        <pc:chgData name="nagarajangappan599@gmail.com" userId="88e9dd94075b9f4c" providerId="LiveId" clId="{AB31FAF2-60CE-4C2E-B0EA-3586293072A1}" dt="2024-08-30T16:04:10.903" v="192" actId="1076"/>
        <pc:sldMkLst>
          <pc:docMk/>
          <pc:sldMk cId="0" sldId="257"/>
        </pc:sldMkLst>
        <pc:spChg chg="mod">
          <ac:chgData name="nagarajangappan599@gmail.com" userId="88e9dd94075b9f4c" providerId="LiveId" clId="{AB31FAF2-60CE-4C2E-B0EA-3586293072A1}" dt="2024-08-30T16:03:55.201" v="190" actId="1076"/>
          <ac:spMkLst>
            <pc:docMk/>
            <pc:sldMk cId="0" sldId="257"/>
            <ac:spMk id="5" creationId="{00000000-0000-0000-0000-000000000000}"/>
          </ac:spMkLst>
        </pc:spChg>
        <pc:spChg chg="mod">
          <ac:chgData name="nagarajangappan599@gmail.com" userId="88e9dd94075b9f4c" providerId="LiveId" clId="{AB31FAF2-60CE-4C2E-B0EA-3586293072A1}" dt="2024-08-30T16:04:10.903" v="192" actId="1076"/>
          <ac:spMkLst>
            <pc:docMk/>
            <pc:sldMk cId="0" sldId="257"/>
            <ac:spMk id="6" creationId="{00000000-0000-0000-0000-000000000000}"/>
          </ac:spMkLst>
        </pc:spChg>
      </pc:sldChg>
      <pc:sldChg chg="addSp delSp modSp mod">
        <pc:chgData name="nagarajangappan599@gmail.com" userId="88e9dd94075b9f4c" providerId="LiveId" clId="{AB31FAF2-60CE-4C2E-B0EA-3586293072A1}" dt="2024-08-30T16:50:35.450" v="1015" actId="14100"/>
        <pc:sldMkLst>
          <pc:docMk/>
          <pc:sldMk cId="0" sldId="258"/>
        </pc:sldMkLst>
        <pc:spChg chg="mod">
          <ac:chgData name="nagarajangappan599@gmail.com" userId="88e9dd94075b9f4c" providerId="LiveId" clId="{AB31FAF2-60CE-4C2E-B0EA-3586293072A1}" dt="2024-08-30T15:59:32.504" v="141" actId="20577"/>
          <ac:spMkLst>
            <pc:docMk/>
            <pc:sldMk cId="0" sldId="258"/>
            <ac:spMk id="3" creationId="{00000000-0000-0000-0000-000000000000}"/>
          </ac:spMkLst>
        </pc:spChg>
        <pc:spChg chg="mod">
          <ac:chgData name="nagarajangappan599@gmail.com" userId="88e9dd94075b9f4c" providerId="LiveId" clId="{AB31FAF2-60CE-4C2E-B0EA-3586293072A1}" dt="2024-08-30T16:49:55.832" v="1011" actId="1076"/>
          <ac:spMkLst>
            <pc:docMk/>
            <pc:sldMk cId="0" sldId="258"/>
            <ac:spMk id="4" creationId="{00000000-0000-0000-0000-000000000000}"/>
          </ac:spMkLst>
        </pc:spChg>
        <pc:spChg chg="mod">
          <ac:chgData name="nagarajangappan599@gmail.com" userId="88e9dd94075b9f4c" providerId="LiveId" clId="{AB31FAF2-60CE-4C2E-B0EA-3586293072A1}" dt="2024-08-30T15:59:21.729" v="140" actId="20577"/>
          <ac:spMkLst>
            <pc:docMk/>
            <pc:sldMk cId="0" sldId="258"/>
            <ac:spMk id="5" creationId="{00000000-0000-0000-0000-000000000000}"/>
          </ac:spMkLst>
        </pc:spChg>
        <pc:spChg chg="mod">
          <ac:chgData name="nagarajangappan599@gmail.com" userId="88e9dd94075b9f4c" providerId="LiveId" clId="{AB31FAF2-60CE-4C2E-B0EA-3586293072A1}" dt="2024-08-30T16:50:08.391" v="1013" actId="14100"/>
          <ac:spMkLst>
            <pc:docMk/>
            <pc:sldMk cId="0" sldId="258"/>
            <ac:spMk id="6" creationId="{00000000-0000-0000-0000-000000000000}"/>
          </ac:spMkLst>
        </pc:spChg>
        <pc:spChg chg="mod">
          <ac:chgData name="nagarajangappan599@gmail.com" userId="88e9dd94075b9f4c" providerId="LiveId" clId="{AB31FAF2-60CE-4C2E-B0EA-3586293072A1}" dt="2024-08-30T15:59:39.229" v="159" actId="20577"/>
          <ac:spMkLst>
            <pc:docMk/>
            <pc:sldMk cId="0" sldId="258"/>
            <ac:spMk id="7" creationId="{00000000-0000-0000-0000-000000000000}"/>
          </ac:spMkLst>
        </pc:spChg>
        <pc:spChg chg="mod">
          <ac:chgData name="nagarajangappan599@gmail.com" userId="88e9dd94075b9f4c" providerId="LiveId" clId="{AB31FAF2-60CE-4C2E-B0EA-3586293072A1}" dt="2024-08-30T15:59:55.086" v="174" actId="20577"/>
          <ac:spMkLst>
            <pc:docMk/>
            <pc:sldMk cId="0" sldId="258"/>
            <ac:spMk id="8" creationId="{00000000-0000-0000-0000-000000000000}"/>
          </ac:spMkLst>
        </pc:spChg>
        <pc:spChg chg="mod">
          <ac:chgData name="nagarajangappan599@gmail.com" userId="88e9dd94075b9f4c" providerId="LiveId" clId="{AB31FAF2-60CE-4C2E-B0EA-3586293072A1}" dt="2024-08-30T15:59:48.861" v="173" actId="20577"/>
          <ac:spMkLst>
            <pc:docMk/>
            <pc:sldMk cId="0" sldId="258"/>
            <ac:spMk id="9" creationId="{00000000-0000-0000-0000-000000000000}"/>
          </ac:spMkLst>
        </pc:spChg>
        <pc:spChg chg="mod">
          <ac:chgData name="nagarajangappan599@gmail.com" userId="88e9dd94075b9f4c" providerId="LiveId" clId="{AB31FAF2-60CE-4C2E-B0EA-3586293072A1}" dt="2024-08-30T15:59:59.983" v="175" actId="20577"/>
          <ac:spMkLst>
            <pc:docMk/>
            <pc:sldMk cId="0" sldId="258"/>
            <ac:spMk id="10" creationId="{00000000-0000-0000-0000-000000000000}"/>
          </ac:spMkLst>
        </pc:spChg>
        <pc:picChg chg="del">
          <ac:chgData name="nagarajangappan599@gmail.com" userId="88e9dd94075b9f4c" providerId="LiveId" clId="{AB31FAF2-60CE-4C2E-B0EA-3586293072A1}" dt="2024-08-30T15:54:18.296" v="0" actId="21"/>
          <ac:picMkLst>
            <pc:docMk/>
            <pc:sldMk cId="0" sldId="258"/>
            <ac:picMk id="11" creationId="{00000000-0000-0000-0000-000000000000}"/>
          </ac:picMkLst>
        </pc:picChg>
        <pc:picChg chg="add mod">
          <ac:chgData name="nagarajangappan599@gmail.com" userId="88e9dd94075b9f4c" providerId="LiveId" clId="{AB31FAF2-60CE-4C2E-B0EA-3586293072A1}" dt="2024-08-30T16:50:35.450" v="1015" actId="14100"/>
          <ac:picMkLst>
            <pc:docMk/>
            <pc:sldMk cId="0" sldId="258"/>
            <ac:picMk id="13" creationId="{8B76003A-62A3-4DC0-3CE9-E8B81398AE52}"/>
          </ac:picMkLst>
        </pc:picChg>
      </pc:sldChg>
      <pc:sldChg chg="delSp mod">
        <pc:chgData name="nagarajangappan599@gmail.com" userId="88e9dd94075b9f4c" providerId="LiveId" clId="{AB31FAF2-60CE-4C2E-B0EA-3586293072A1}" dt="2024-08-30T15:54:30.692" v="1" actId="21"/>
        <pc:sldMkLst>
          <pc:docMk/>
          <pc:sldMk cId="0" sldId="259"/>
        </pc:sldMkLst>
        <pc:picChg chg="del">
          <ac:chgData name="nagarajangappan599@gmail.com" userId="88e9dd94075b9f4c" providerId="LiveId" clId="{AB31FAF2-60CE-4C2E-B0EA-3586293072A1}" dt="2024-08-30T15:54:30.692" v="1" actId="21"/>
          <ac:picMkLst>
            <pc:docMk/>
            <pc:sldMk cId="0" sldId="259"/>
            <ac:picMk id="18" creationId="{00000000-0000-0000-0000-000000000000}"/>
          </ac:picMkLst>
        </pc:picChg>
      </pc:sldChg>
      <pc:sldChg chg="delSp mod">
        <pc:chgData name="nagarajangappan599@gmail.com" userId="88e9dd94075b9f4c" providerId="LiveId" clId="{AB31FAF2-60CE-4C2E-B0EA-3586293072A1}" dt="2024-08-30T15:54:39.454" v="2" actId="21"/>
        <pc:sldMkLst>
          <pc:docMk/>
          <pc:sldMk cId="0" sldId="260"/>
        </pc:sldMkLst>
        <pc:picChg chg="del">
          <ac:chgData name="nagarajangappan599@gmail.com" userId="88e9dd94075b9f4c" providerId="LiveId" clId="{AB31FAF2-60CE-4C2E-B0EA-3586293072A1}" dt="2024-08-30T15:54:39.454" v="2" actId="21"/>
          <ac:picMkLst>
            <pc:docMk/>
            <pc:sldMk cId="0" sldId="260"/>
            <ac:picMk id="18" creationId="{00000000-0000-0000-0000-000000000000}"/>
          </ac:picMkLst>
        </pc:picChg>
      </pc:sldChg>
      <pc:sldChg chg="delSp modSp mod">
        <pc:chgData name="nagarajangappan599@gmail.com" userId="88e9dd94075b9f4c" providerId="LiveId" clId="{AB31FAF2-60CE-4C2E-B0EA-3586293072A1}" dt="2024-08-30T16:11:57.066" v="286" actId="207"/>
        <pc:sldMkLst>
          <pc:docMk/>
          <pc:sldMk cId="0" sldId="261"/>
        </pc:sldMkLst>
        <pc:spChg chg="mod">
          <ac:chgData name="nagarajangappan599@gmail.com" userId="88e9dd94075b9f4c" providerId="LiveId" clId="{AB31FAF2-60CE-4C2E-B0EA-3586293072A1}" dt="2024-08-30T16:11:09.350" v="281" actId="1076"/>
          <ac:spMkLst>
            <pc:docMk/>
            <pc:sldMk cId="0" sldId="261"/>
            <ac:spMk id="7" creationId="{00000000-0000-0000-0000-000000000000}"/>
          </ac:spMkLst>
        </pc:spChg>
        <pc:spChg chg="mod">
          <ac:chgData name="nagarajangappan599@gmail.com" userId="88e9dd94075b9f4c" providerId="LiveId" clId="{AB31FAF2-60CE-4C2E-B0EA-3586293072A1}" dt="2024-08-30T16:11:21.196" v="283" actId="1076"/>
          <ac:spMkLst>
            <pc:docMk/>
            <pc:sldMk cId="0" sldId="261"/>
            <ac:spMk id="8" creationId="{00000000-0000-0000-0000-000000000000}"/>
          </ac:spMkLst>
        </pc:spChg>
        <pc:spChg chg="mod">
          <ac:chgData name="nagarajangappan599@gmail.com" userId="88e9dd94075b9f4c" providerId="LiveId" clId="{AB31FAF2-60CE-4C2E-B0EA-3586293072A1}" dt="2024-08-30T16:11:57.066" v="286" actId="207"/>
          <ac:spMkLst>
            <pc:docMk/>
            <pc:sldMk cId="0" sldId="261"/>
            <ac:spMk id="11" creationId="{00000000-0000-0000-0000-000000000000}"/>
          </ac:spMkLst>
        </pc:spChg>
        <pc:spChg chg="mod">
          <ac:chgData name="nagarajangappan599@gmail.com" userId="88e9dd94075b9f4c" providerId="LiveId" clId="{AB31FAF2-60CE-4C2E-B0EA-3586293072A1}" dt="2024-08-30T16:08:00.712" v="254" actId="20577"/>
          <ac:spMkLst>
            <pc:docMk/>
            <pc:sldMk cId="0" sldId="261"/>
            <ac:spMk id="13" creationId="{00000000-0000-0000-0000-000000000000}"/>
          </ac:spMkLst>
        </pc:spChg>
        <pc:spChg chg="mod">
          <ac:chgData name="nagarajangappan599@gmail.com" userId="88e9dd94075b9f4c" providerId="LiveId" clId="{AB31FAF2-60CE-4C2E-B0EA-3586293072A1}" dt="2024-08-30T16:10:01.514" v="264" actId="255"/>
          <ac:spMkLst>
            <pc:docMk/>
            <pc:sldMk cId="0" sldId="261"/>
            <ac:spMk id="14" creationId="{00000000-0000-0000-0000-000000000000}"/>
          </ac:spMkLst>
        </pc:spChg>
        <pc:picChg chg="del">
          <ac:chgData name="nagarajangappan599@gmail.com" userId="88e9dd94075b9f4c" providerId="LiveId" clId="{AB31FAF2-60CE-4C2E-B0EA-3586293072A1}" dt="2024-08-30T15:54:55.724" v="3" actId="21"/>
          <ac:picMkLst>
            <pc:docMk/>
            <pc:sldMk cId="0" sldId="261"/>
            <ac:picMk id="15" creationId="{00000000-0000-0000-0000-000000000000}"/>
          </ac:picMkLst>
        </pc:picChg>
      </pc:sldChg>
      <pc:sldChg chg="delSp mod">
        <pc:chgData name="nagarajangappan599@gmail.com" userId="88e9dd94075b9f4c" providerId="LiveId" clId="{AB31FAF2-60CE-4C2E-B0EA-3586293072A1}" dt="2024-08-30T15:55:24.856" v="6" actId="21"/>
        <pc:sldMkLst>
          <pc:docMk/>
          <pc:sldMk cId="0" sldId="262"/>
        </pc:sldMkLst>
        <pc:picChg chg="del">
          <ac:chgData name="nagarajangappan599@gmail.com" userId="88e9dd94075b9f4c" providerId="LiveId" clId="{AB31FAF2-60CE-4C2E-B0EA-3586293072A1}" dt="2024-08-30T15:55:24.856" v="6" actId="21"/>
          <ac:picMkLst>
            <pc:docMk/>
            <pc:sldMk cId="0" sldId="262"/>
            <ac:picMk id="18" creationId="{00000000-0000-0000-0000-000000000000}"/>
          </ac:picMkLst>
        </pc:picChg>
      </pc:sldChg>
      <pc:sldChg chg="delSp mod">
        <pc:chgData name="nagarajangappan599@gmail.com" userId="88e9dd94075b9f4c" providerId="LiveId" clId="{AB31FAF2-60CE-4C2E-B0EA-3586293072A1}" dt="2024-08-30T15:55:14.646" v="5" actId="21"/>
        <pc:sldMkLst>
          <pc:docMk/>
          <pc:sldMk cId="0" sldId="263"/>
        </pc:sldMkLst>
        <pc:picChg chg="del">
          <ac:chgData name="nagarajangappan599@gmail.com" userId="88e9dd94075b9f4c" providerId="LiveId" clId="{AB31FAF2-60CE-4C2E-B0EA-3586293072A1}" dt="2024-08-30T15:55:14.646" v="5" actId="21"/>
          <ac:picMkLst>
            <pc:docMk/>
            <pc:sldMk cId="0" sldId="263"/>
            <ac:picMk id="19" creationId="{00000000-0000-0000-0000-000000000000}"/>
          </ac:picMkLst>
        </pc:picChg>
      </pc:sldChg>
      <pc:sldChg chg="addSp delSp modSp mod">
        <pc:chgData name="nagarajangappan599@gmail.com" userId="88e9dd94075b9f4c" providerId="LiveId" clId="{AB31FAF2-60CE-4C2E-B0EA-3586293072A1}" dt="2024-08-30T16:19:24.937" v="350" actId="255"/>
        <pc:sldMkLst>
          <pc:docMk/>
          <pc:sldMk cId="0" sldId="264"/>
        </pc:sldMkLst>
        <pc:spChg chg="mod">
          <ac:chgData name="nagarajangappan599@gmail.com" userId="88e9dd94075b9f4c" providerId="LiveId" clId="{AB31FAF2-60CE-4C2E-B0EA-3586293072A1}" dt="2024-08-30T16:17:18.676" v="341" actId="21"/>
          <ac:spMkLst>
            <pc:docMk/>
            <pc:sldMk cId="0" sldId="264"/>
            <ac:spMk id="5" creationId="{00000000-0000-0000-0000-000000000000}"/>
          </ac:spMkLst>
        </pc:spChg>
        <pc:spChg chg="mod">
          <ac:chgData name="nagarajangappan599@gmail.com" userId="88e9dd94075b9f4c" providerId="LiveId" clId="{AB31FAF2-60CE-4C2E-B0EA-3586293072A1}" dt="2024-08-30T16:16:29.272" v="326" actId="20577"/>
          <ac:spMkLst>
            <pc:docMk/>
            <pc:sldMk cId="0" sldId="264"/>
            <ac:spMk id="6" creationId="{00000000-0000-0000-0000-000000000000}"/>
          </ac:spMkLst>
        </pc:spChg>
        <pc:spChg chg="add mod">
          <ac:chgData name="nagarajangappan599@gmail.com" userId="88e9dd94075b9f4c" providerId="LiveId" clId="{AB31FAF2-60CE-4C2E-B0EA-3586293072A1}" dt="2024-08-30T16:19:24.937" v="350" actId="255"/>
          <ac:spMkLst>
            <pc:docMk/>
            <pc:sldMk cId="0" sldId="264"/>
            <ac:spMk id="8" creationId="{72BA948F-E865-B93F-AEF8-177DCE4BF734}"/>
          </ac:spMkLst>
        </pc:spChg>
        <pc:picChg chg="del">
          <ac:chgData name="nagarajangappan599@gmail.com" userId="88e9dd94075b9f4c" providerId="LiveId" clId="{AB31FAF2-60CE-4C2E-B0EA-3586293072A1}" dt="2024-08-30T15:55:05.811" v="4" actId="21"/>
          <ac:picMkLst>
            <pc:docMk/>
            <pc:sldMk cId="0" sldId="264"/>
            <ac:picMk id="7" creationId="{00000000-0000-0000-0000-000000000000}"/>
          </ac:picMkLst>
        </pc:picChg>
      </pc:sldChg>
      <pc:sldChg chg="new del ord">
        <pc:chgData name="nagarajangappan599@gmail.com" userId="88e9dd94075b9f4c" providerId="LiveId" clId="{AB31FAF2-60CE-4C2E-B0EA-3586293072A1}" dt="2024-08-30T16:29:58.310" v="853" actId="2696"/>
        <pc:sldMkLst>
          <pc:docMk/>
          <pc:sldMk cId="2389009287" sldId="265"/>
        </pc:sldMkLst>
      </pc:sldChg>
      <pc:sldChg chg="modSp add mod ord modTransition">
        <pc:chgData name="nagarajangappan599@gmail.com" userId="88e9dd94075b9f4c" providerId="LiveId" clId="{AB31FAF2-60CE-4C2E-B0EA-3586293072A1}" dt="2024-08-30T16:42:04.003" v="996"/>
        <pc:sldMkLst>
          <pc:docMk/>
          <pc:sldMk cId="2996660151" sldId="266"/>
        </pc:sldMkLst>
        <pc:spChg chg="mod">
          <ac:chgData name="nagarajangappan599@gmail.com" userId="88e9dd94075b9f4c" providerId="LiveId" clId="{AB31FAF2-60CE-4C2E-B0EA-3586293072A1}" dt="2024-08-30T16:24:17.120" v="404" actId="20577"/>
          <ac:spMkLst>
            <pc:docMk/>
            <pc:sldMk cId="2996660151" sldId="266"/>
            <ac:spMk id="8" creationId="{8C83FD7B-D83C-3D3A-7FC8-D33FEC3AC05E}"/>
          </ac:spMkLst>
        </pc:spChg>
        <pc:picChg chg="mod">
          <ac:chgData name="nagarajangappan599@gmail.com" userId="88e9dd94075b9f4c" providerId="LiveId" clId="{AB31FAF2-60CE-4C2E-B0EA-3586293072A1}" dt="2024-08-30T16:28:53.360" v="845"/>
          <ac:picMkLst>
            <pc:docMk/>
            <pc:sldMk cId="2996660151" sldId="266"/>
            <ac:picMk id="7" creationId="{CCD38F68-3901-FDEE-2476-3B22A44D99C3}"/>
          </ac:picMkLst>
        </pc:picChg>
      </pc:sldChg>
      <pc:sldChg chg="new del ord">
        <pc:chgData name="nagarajangappan599@gmail.com" userId="88e9dd94075b9f4c" providerId="LiveId" clId="{AB31FAF2-60CE-4C2E-B0EA-3586293072A1}" dt="2024-08-30T16:41:11.882" v="992" actId="2696"/>
        <pc:sldMkLst>
          <pc:docMk/>
          <pc:sldMk cId="3831236930" sldId="267"/>
        </pc:sldMkLst>
      </pc:sldChg>
      <pc:sldChg chg="add">
        <pc:chgData name="nagarajangappan599@gmail.com" userId="88e9dd94075b9f4c" providerId="LiveId" clId="{AB31FAF2-60CE-4C2E-B0EA-3586293072A1}" dt="2024-08-30T16:41:02.352" v="991"/>
        <pc:sldMkLst>
          <pc:docMk/>
          <pc:sldMk cId="891890254" sldId="26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17396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B52FF-8B60-4AB3-F174-9B78A55046DD}"/>
              </a:ext>
            </a:extLst>
          </p:cNvPr>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endParaRPr lang="en-IN"/>
          </a:p>
        </p:txBody>
      </p:sp>
      <p:sp>
        <p:nvSpPr>
          <p:cNvPr id="3" name="Subtitle 2">
            <a:extLst>
              <a:ext uri="{FF2B5EF4-FFF2-40B4-BE49-F238E27FC236}">
                <a16:creationId xmlns:a16="http://schemas.microsoft.com/office/drawing/2014/main" id="{5A1F0B91-E2F6-EB52-4B69-C0BEFE0824FA}"/>
              </a:ext>
            </a:extLst>
          </p:cNvPr>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B9751D7-BD43-820B-FF37-63DD689F6EC3}"/>
              </a:ext>
            </a:extLst>
          </p:cNvPr>
          <p:cNvSpPr>
            <a:spLocks noGrp="1"/>
          </p:cNvSpPr>
          <p:nvPr>
            <p:ph type="dt" sz="half" idx="10"/>
          </p:nvPr>
        </p:nvSpPr>
        <p:spPr/>
        <p:txBody>
          <a:bodyPr/>
          <a:lstStyle/>
          <a:p>
            <a:fld id="{CFDB9462-03BC-46C6-A8FB-3C7BD5BADE74}" type="datetimeFigureOut">
              <a:rPr lang="en-IN" smtClean="0"/>
              <a:t>06-12-2024</a:t>
            </a:fld>
            <a:endParaRPr lang="en-IN"/>
          </a:p>
        </p:txBody>
      </p:sp>
      <p:sp>
        <p:nvSpPr>
          <p:cNvPr id="5" name="Footer Placeholder 4">
            <a:extLst>
              <a:ext uri="{FF2B5EF4-FFF2-40B4-BE49-F238E27FC236}">
                <a16:creationId xmlns:a16="http://schemas.microsoft.com/office/drawing/2014/main" id="{81BCA885-0F16-88F9-04E5-89ADB22A815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7787A3-6108-67B3-AFEE-25FD298F8B02}"/>
              </a:ext>
            </a:extLst>
          </p:cNvPr>
          <p:cNvSpPr>
            <a:spLocks noGrp="1"/>
          </p:cNvSpPr>
          <p:nvPr>
            <p:ph type="sldNum" sz="quarter" idx="12"/>
          </p:nvPr>
        </p:nvSpPr>
        <p:spPr/>
        <p:txBody>
          <a:bodyPr/>
          <a:lstStyle/>
          <a:p>
            <a:fld id="{DD69DFC5-DFC6-44EA-B433-FB406F6DEDBC}" type="slidenum">
              <a:rPr lang="en-IN" smtClean="0"/>
              <a:t>‹#›</a:t>
            </a:fld>
            <a:endParaRPr lang="en-IN"/>
          </a:p>
        </p:txBody>
      </p:sp>
    </p:spTree>
    <p:extLst>
      <p:ext uri="{BB962C8B-B14F-4D97-AF65-F5344CB8AC3E}">
        <p14:creationId xmlns:p14="http://schemas.microsoft.com/office/powerpoint/2010/main" val="177438491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6E98A-8B80-4F82-E860-D5317522455A}"/>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D442CA93-7F01-A656-E5F2-BF645BBE4458}"/>
              </a:ext>
            </a:extLst>
          </p:cNvPr>
          <p:cNvSpPr>
            <a:spLocks noGrp="1"/>
          </p:cNvSpPr>
          <p:nvPr>
            <p:ph type="subTitle" idx="1"/>
          </p:nvPr>
        </p:nvSpPr>
        <p:spPr/>
        <p:txBody>
          <a:bodyPr/>
          <a:lstStyle/>
          <a:p>
            <a:endParaRPr lang="en-IN"/>
          </a:p>
        </p:txBody>
      </p:sp>
      <p:pic>
        <p:nvPicPr>
          <p:cNvPr id="5" name="Picture 4">
            <a:extLst>
              <a:ext uri="{FF2B5EF4-FFF2-40B4-BE49-F238E27FC236}">
                <a16:creationId xmlns:a16="http://schemas.microsoft.com/office/drawing/2014/main" id="{047BF609-60DC-2CA8-9257-C279C31CF1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4630400" cy="8229601"/>
          </a:xfrm>
          <a:prstGeom prst="rect">
            <a:avLst/>
          </a:prstGeom>
        </p:spPr>
      </p:pic>
      <p:pic>
        <p:nvPicPr>
          <p:cNvPr id="7" name="Picture 6">
            <a:extLst>
              <a:ext uri="{FF2B5EF4-FFF2-40B4-BE49-F238E27FC236}">
                <a16:creationId xmlns:a16="http://schemas.microsoft.com/office/drawing/2014/main" id="{CCD38F68-3901-FDEE-2476-3B22A44D99C3}"/>
              </a:ext>
            </a:extLst>
          </p:cNvPr>
          <p:cNvPicPr>
            <a:picLocks noChangeAspect="1"/>
          </p:cNvPicPr>
          <p:nvPr/>
        </p:nvPicPr>
        <p:blipFill rotWithShape="1">
          <a:blip r:embed="rId3">
            <a:extLst>
              <a:ext uri="{BEBA8EAE-BF5A-486C-A8C5-ECC9F3942E4B}">
                <a14:imgProps xmlns:a14="http://schemas.microsoft.com/office/drawing/2010/main">
                  <a14:imgLayer r:embed="rId4">
                    <a14:imgEffect>
                      <a14:artisticBlur/>
                    </a14:imgEffect>
                    <a14:imgEffect>
                      <a14:brightnessContrast bright="-40000" contrast="40000"/>
                    </a14:imgEffect>
                  </a14:imgLayer>
                </a14:imgProps>
              </a:ext>
              <a:ext uri="{28A0092B-C50C-407E-A947-70E740481C1C}">
                <a14:useLocalDpi xmlns:a14="http://schemas.microsoft.com/office/drawing/2010/main" val="0"/>
              </a:ext>
            </a:extLst>
          </a:blip>
          <a:srcRect t="48000"/>
          <a:stretch/>
        </p:blipFill>
        <p:spPr>
          <a:xfrm>
            <a:off x="0" y="3950208"/>
            <a:ext cx="14630400" cy="4279392"/>
          </a:xfrm>
          <a:prstGeom prst="rect">
            <a:avLst/>
          </a:prstGeom>
          <a:effectLst>
            <a:outerShdw blurRad="431800" dist="50800" dir="5400000" algn="ctr" rotWithShape="0">
              <a:srgbClr val="000000"/>
            </a:outerShdw>
          </a:effectLst>
        </p:spPr>
      </p:pic>
      <p:sp>
        <p:nvSpPr>
          <p:cNvPr id="8" name="TextBox 7">
            <a:extLst>
              <a:ext uri="{FF2B5EF4-FFF2-40B4-BE49-F238E27FC236}">
                <a16:creationId xmlns:a16="http://schemas.microsoft.com/office/drawing/2014/main" id="{8C83FD7B-D83C-3D3A-7FC8-D33FEC3AC05E}"/>
              </a:ext>
            </a:extLst>
          </p:cNvPr>
          <p:cNvSpPr txBox="1"/>
          <p:nvPr/>
        </p:nvSpPr>
        <p:spPr>
          <a:xfrm>
            <a:off x="2267712" y="5212081"/>
            <a:ext cx="10314432" cy="1421928"/>
          </a:xfrm>
          <a:prstGeom prst="rect">
            <a:avLst/>
          </a:prstGeom>
          <a:noFill/>
        </p:spPr>
        <p:txBody>
          <a:bodyPr wrap="square" rtlCol="0">
            <a:spAutoFit/>
          </a:bodyPr>
          <a:lstStyle/>
          <a:p>
            <a:pPr algn="ctr"/>
            <a:r>
              <a:rPr lang="en-US" sz="4800" b="1" kern="0" spc="-129" dirty="0">
                <a:solidFill>
                  <a:srgbClr val="FF8AAF"/>
                </a:solidFill>
                <a:latin typeface="Petrona" panose="020B0604020202020204" charset="0"/>
                <a:ea typeface="Petrona" pitchFamily="34" charset="-122"/>
                <a:cs typeface="Petrona" pitchFamily="34" charset="-120"/>
              </a:rPr>
              <a:t>Advanced Data Visualization Tool</a:t>
            </a:r>
            <a:endParaRPr lang="en-US" sz="4800" b="1" dirty="0">
              <a:latin typeface="Petrona" panose="020B0604020202020204" charset="0"/>
            </a:endParaRPr>
          </a:p>
          <a:p>
            <a:endParaRPr lang="en-IN" sz="3840" dirty="0">
              <a:solidFill>
                <a:schemeClr val="bg1"/>
              </a:solidFill>
              <a:latin typeface="Algerian" panose="04020705040A02060702" pitchFamily="82" charset="0"/>
            </a:endParaRPr>
          </a:p>
        </p:txBody>
      </p:sp>
    </p:spTree>
    <p:extLst>
      <p:ext uri="{BB962C8B-B14F-4D97-AF65-F5344CB8AC3E}">
        <p14:creationId xmlns:p14="http://schemas.microsoft.com/office/powerpoint/2010/main" val="29966601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75000"/>
            </a:srgbClr>
          </a:solidFill>
          <a:ln/>
        </p:spPr>
      </p:sp>
      <p:pic>
        <p:nvPicPr>
          <p:cNvPr id="4" name="Image 1" descr="preencoded.png"/>
          <p:cNvPicPr>
            <a:picLocks noChangeAspect="1"/>
          </p:cNvPicPr>
          <p:nvPr/>
        </p:nvPicPr>
        <p:blipFill>
          <a:blip r:embed="rId4"/>
          <a:stretch>
            <a:fillRect/>
          </a:stretch>
        </p:blipFill>
        <p:spPr>
          <a:xfrm>
            <a:off x="9144000" y="0"/>
            <a:ext cx="5486400" cy="8229600"/>
          </a:xfrm>
          <a:prstGeom prst="rect">
            <a:avLst/>
          </a:prstGeom>
        </p:spPr>
      </p:pic>
      <p:sp>
        <p:nvSpPr>
          <p:cNvPr id="5" name="Text 1"/>
          <p:cNvSpPr/>
          <p:nvPr/>
        </p:nvSpPr>
        <p:spPr>
          <a:xfrm>
            <a:off x="932687" y="2967326"/>
            <a:ext cx="7556421" cy="2054066"/>
          </a:xfrm>
          <a:prstGeom prst="rect">
            <a:avLst/>
          </a:prstGeom>
          <a:noFill/>
          <a:ln/>
        </p:spPr>
        <p:txBody>
          <a:bodyPr wrap="square" lIns="0" tIns="0" rIns="0" bIns="0" rtlCol="0" anchor="t"/>
          <a:lstStyle/>
          <a:p>
            <a:pPr marL="0" indent="0">
              <a:lnSpc>
                <a:spcPts val="8050"/>
              </a:lnSpc>
              <a:buNone/>
            </a:pPr>
            <a:endParaRPr lang="en-US" sz="6450" dirty="0"/>
          </a:p>
        </p:txBody>
      </p:sp>
      <p:sp>
        <p:nvSpPr>
          <p:cNvPr id="6" name="Text 2"/>
          <p:cNvSpPr/>
          <p:nvPr/>
        </p:nvSpPr>
        <p:spPr>
          <a:xfrm>
            <a:off x="793790" y="4786134"/>
            <a:ext cx="7556421" cy="1451610"/>
          </a:xfrm>
          <a:prstGeom prst="rect">
            <a:avLst/>
          </a:prstGeom>
          <a:noFill/>
          <a:ln/>
        </p:spPr>
        <p:txBody>
          <a:bodyPr wrap="square" lIns="0" tIns="0" rIns="0" bIns="0" rtlCol="0" anchor="t"/>
          <a:lstStyle/>
          <a:p>
            <a:pPr marL="0" indent="0">
              <a:lnSpc>
                <a:spcPts val="2850"/>
              </a:lnSpc>
              <a:buNone/>
            </a:pPr>
            <a:r>
              <a:rPr lang="en-US" sz="1750" kern="0" spc="-36" dirty="0">
                <a:solidFill>
                  <a:srgbClr val="E0D6DE"/>
                </a:solidFill>
                <a:latin typeface="Inter" pitchFamily="34" charset="0"/>
                <a:ea typeface="Inter" pitchFamily="34" charset="-122"/>
                <a:cs typeface="Inter" pitchFamily="34" charset="-120"/>
              </a:rPr>
              <a:t> </a:t>
            </a:r>
            <a:endParaRPr lang="en-US" sz="1750" dirty="0"/>
          </a:p>
        </p:txBody>
      </p:sp>
      <p:sp>
        <p:nvSpPr>
          <p:cNvPr id="8" name="Shape 2">
            <a:extLst>
              <a:ext uri="{FF2B5EF4-FFF2-40B4-BE49-F238E27FC236}">
                <a16:creationId xmlns:a16="http://schemas.microsoft.com/office/drawing/2014/main" id="{8962D5DA-D80D-AD5A-BE2C-76326DBD039F}"/>
              </a:ext>
            </a:extLst>
          </p:cNvPr>
          <p:cNvSpPr/>
          <p:nvPr/>
        </p:nvSpPr>
        <p:spPr>
          <a:xfrm>
            <a:off x="1169043" y="2591720"/>
            <a:ext cx="5393802" cy="3252485"/>
          </a:xfrm>
          <a:prstGeom prst="roundRect">
            <a:avLst>
              <a:gd name="adj" fmla="val 3400"/>
            </a:avLst>
          </a:prstGeom>
          <a:solidFill>
            <a:srgbClr val="2F1D63"/>
          </a:solidFill>
          <a:ln w="7620">
            <a:solidFill>
              <a:srgbClr val="48367C"/>
            </a:solidFill>
            <a:prstDash val="solid"/>
          </a:ln>
        </p:spPr>
        <p:txBody>
          <a:bodyPr/>
          <a:lstStyle/>
          <a:p>
            <a:endParaRPr lang="en-IN" dirty="0"/>
          </a:p>
        </p:txBody>
      </p:sp>
      <p:sp>
        <p:nvSpPr>
          <p:cNvPr id="9" name="TextBox 8">
            <a:extLst>
              <a:ext uri="{FF2B5EF4-FFF2-40B4-BE49-F238E27FC236}">
                <a16:creationId xmlns:a16="http://schemas.microsoft.com/office/drawing/2014/main" id="{E60C38C1-FE82-99EC-0915-0C03C7BCBF0E}"/>
              </a:ext>
            </a:extLst>
          </p:cNvPr>
          <p:cNvSpPr txBox="1"/>
          <p:nvPr/>
        </p:nvSpPr>
        <p:spPr>
          <a:xfrm>
            <a:off x="1169043" y="1358559"/>
            <a:ext cx="4120588" cy="784830"/>
          </a:xfrm>
          <a:prstGeom prst="rect">
            <a:avLst/>
          </a:prstGeom>
          <a:noFill/>
        </p:spPr>
        <p:txBody>
          <a:bodyPr wrap="square" rtlCol="0">
            <a:spAutoFit/>
          </a:bodyPr>
          <a:lstStyle/>
          <a:p>
            <a:pPr marL="0" indent="0">
              <a:lnSpc>
                <a:spcPts val="5400"/>
              </a:lnSpc>
              <a:buNone/>
            </a:pPr>
            <a:r>
              <a:rPr lang="en-US" sz="4600" b="1" kern="0" spc="-87" dirty="0">
                <a:solidFill>
                  <a:srgbClr val="FF8AAF"/>
                </a:solidFill>
                <a:latin typeface="Petrona" pitchFamily="34" charset="0"/>
                <a:ea typeface="Petrona" pitchFamily="34" charset="-122"/>
                <a:cs typeface="Petrona" pitchFamily="34" charset="-120"/>
              </a:rPr>
              <a:t>Team Members</a:t>
            </a:r>
            <a:endParaRPr lang="en-US" sz="4600" dirty="0"/>
          </a:p>
        </p:txBody>
      </p:sp>
      <p:sp>
        <p:nvSpPr>
          <p:cNvPr id="10" name="TextBox 9">
            <a:extLst>
              <a:ext uri="{FF2B5EF4-FFF2-40B4-BE49-F238E27FC236}">
                <a16:creationId xmlns:a16="http://schemas.microsoft.com/office/drawing/2014/main" id="{D892B680-9B38-3C79-496E-6517B55D3989}"/>
              </a:ext>
            </a:extLst>
          </p:cNvPr>
          <p:cNvSpPr txBox="1"/>
          <p:nvPr/>
        </p:nvSpPr>
        <p:spPr>
          <a:xfrm>
            <a:off x="1525426" y="3281666"/>
            <a:ext cx="3622876" cy="2169825"/>
          </a:xfrm>
          <a:prstGeom prst="rect">
            <a:avLst/>
          </a:prstGeom>
          <a:noFill/>
        </p:spPr>
        <p:txBody>
          <a:bodyPr wrap="square" rtlCol="0">
            <a:spAutoFit/>
          </a:bodyPr>
          <a:lstStyle/>
          <a:p>
            <a:pPr marL="0" indent="0">
              <a:lnSpc>
                <a:spcPts val="2700"/>
              </a:lnSpc>
              <a:buNone/>
            </a:pPr>
            <a:r>
              <a:rPr lang="en-US" sz="2400" b="1" kern="0" spc="-43" dirty="0">
                <a:solidFill>
                  <a:srgbClr val="E0D6DE"/>
                </a:solidFill>
                <a:latin typeface="Petrona" pitchFamily="34" charset="0"/>
              </a:rPr>
              <a:t>SHANMUGAPRIYA . S</a:t>
            </a:r>
          </a:p>
          <a:p>
            <a:pPr marL="0" indent="0">
              <a:lnSpc>
                <a:spcPts val="2700"/>
              </a:lnSpc>
              <a:buNone/>
            </a:pPr>
            <a:endParaRPr lang="en-US" sz="2400" b="1" kern="0" spc="-43" dirty="0">
              <a:solidFill>
                <a:srgbClr val="E0D6DE"/>
              </a:solidFill>
              <a:latin typeface="Petrona" pitchFamily="34" charset="0"/>
            </a:endParaRPr>
          </a:p>
          <a:p>
            <a:pPr marL="0" indent="0">
              <a:lnSpc>
                <a:spcPts val="2700"/>
              </a:lnSpc>
              <a:buNone/>
            </a:pPr>
            <a:r>
              <a:rPr lang="en-US" sz="2400" b="1" kern="0" spc="-43" dirty="0">
                <a:solidFill>
                  <a:srgbClr val="E0D6DE"/>
                </a:solidFill>
                <a:latin typeface="Petrona" pitchFamily="34" charset="0"/>
              </a:rPr>
              <a:t>VISHRUDHA . N</a:t>
            </a:r>
          </a:p>
          <a:p>
            <a:pPr marL="0" indent="0">
              <a:lnSpc>
                <a:spcPts val="2700"/>
              </a:lnSpc>
              <a:buNone/>
            </a:pPr>
            <a:endParaRPr lang="en-US" sz="2400" b="1" kern="0" spc="-43" dirty="0">
              <a:solidFill>
                <a:srgbClr val="E0D6DE"/>
              </a:solidFill>
              <a:latin typeface="Petrona" pitchFamily="34" charset="0"/>
            </a:endParaRPr>
          </a:p>
          <a:p>
            <a:pPr>
              <a:lnSpc>
                <a:spcPts val="2700"/>
              </a:lnSpc>
            </a:pPr>
            <a:r>
              <a:rPr lang="en-US" sz="2400" b="1" kern="0" spc="-43" dirty="0">
                <a:solidFill>
                  <a:srgbClr val="E0D6DE"/>
                </a:solidFill>
                <a:latin typeface="Petrona" pitchFamily="34" charset="0"/>
                <a:ea typeface="Petrona" pitchFamily="34" charset="-122"/>
                <a:cs typeface="Petrona" pitchFamily="34" charset="-120"/>
              </a:rPr>
              <a:t>SASHITIKA . </a:t>
            </a:r>
            <a:r>
              <a:rPr lang="en-US" sz="2400" b="1" kern="0" spc="-43">
                <a:solidFill>
                  <a:srgbClr val="E0D6DE"/>
                </a:solidFill>
                <a:latin typeface="Petrona" pitchFamily="34" charset="0"/>
                <a:ea typeface="Petrona" pitchFamily="34" charset="-122"/>
                <a:cs typeface="Petrona" pitchFamily="34" charset="-120"/>
              </a:rPr>
              <a:t>R</a:t>
            </a:r>
          </a:p>
          <a:p>
            <a:pPr marL="0" indent="0">
              <a:lnSpc>
                <a:spcPts val="2700"/>
              </a:lnSpc>
              <a:buNone/>
            </a:pP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75000"/>
            </a:srgbClr>
          </a:solidFill>
          <a:ln/>
        </p:spPr>
      </p:sp>
      <p:pic>
        <p:nvPicPr>
          <p:cNvPr id="4" name="Image 1" descr="preencoded.png"/>
          <p:cNvPicPr>
            <a:picLocks noChangeAspect="1"/>
          </p:cNvPicPr>
          <p:nvPr/>
        </p:nvPicPr>
        <p:blipFill>
          <a:blip r:embed="rId4"/>
          <a:stretch>
            <a:fillRect/>
          </a:stretch>
        </p:blipFill>
        <p:spPr>
          <a:xfrm>
            <a:off x="0" y="0"/>
            <a:ext cx="5486400" cy="8229600"/>
          </a:xfrm>
          <a:prstGeom prst="rect">
            <a:avLst/>
          </a:prstGeom>
        </p:spPr>
      </p:pic>
      <p:sp>
        <p:nvSpPr>
          <p:cNvPr id="5" name="Text 1"/>
          <p:cNvSpPr/>
          <p:nvPr/>
        </p:nvSpPr>
        <p:spPr>
          <a:xfrm>
            <a:off x="6280190" y="1902156"/>
            <a:ext cx="5954197" cy="744260"/>
          </a:xfrm>
          <a:prstGeom prst="rect">
            <a:avLst/>
          </a:prstGeom>
          <a:noFill/>
          <a:ln/>
        </p:spPr>
        <p:txBody>
          <a:bodyPr wrap="none" lIns="0" tIns="0" rIns="0" bIns="0" rtlCol="0" anchor="t"/>
          <a:lstStyle/>
          <a:p>
            <a:pPr marL="0" indent="0">
              <a:lnSpc>
                <a:spcPts val="5850"/>
              </a:lnSpc>
              <a:buNone/>
            </a:pPr>
            <a:r>
              <a:rPr lang="en-US" sz="4650" b="1" kern="0" spc="-94" dirty="0">
                <a:solidFill>
                  <a:srgbClr val="FF8AAF"/>
                </a:solidFill>
                <a:latin typeface="Petrona" pitchFamily="34" charset="0"/>
                <a:ea typeface="Petrona" pitchFamily="34" charset="-122"/>
                <a:cs typeface="Petrona" pitchFamily="34" charset="-120"/>
              </a:rPr>
              <a:t>Abstract</a:t>
            </a:r>
            <a:endParaRPr lang="en-US" sz="4650" dirty="0"/>
          </a:p>
        </p:txBody>
      </p:sp>
      <p:sp>
        <p:nvSpPr>
          <p:cNvPr id="6" name="Text 2"/>
          <p:cNvSpPr/>
          <p:nvPr/>
        </p:nvSpPr>
        <p:spPr>
          <a:xfrm>
            <a:off x="6280189" y="3190426"/>
            <a:ext cx="7556421" cy="3673361"/>
          </a:xfrm>
          <a:prstGeom prst="rect">
            <a:avLst/>
          </a:prstGeom>
          <a:noFill/>
          <a:ln/>
        </p:spPr>
        <p:txBody>
          <a:bodyPr wrap="square" lIns="0" tIns="0" rIns="0" bIns="0" rtlCol="0" anchor="t"/>
          <a:lstStyle/>
          <a:p>
            <a:pPr marL="0" indent="0">
              <a:lnSpc>
                <a:spcPts val="2850"/>
              </a:lnSpc>
              <a:buNone/>
            </a:pPr>
            <a:r>
              <a:rPr lang="en-US" sz="1750" dirty="0">
                <a:solidFill>
                  <a:schemeClr val="bg1"/>
                </a:solidFill>
                <a:latin typeface="Inter" panose="020B0604020202020204" charset="0"/>
                <a:ea typeface="Inter" panose="020B0604020202020204" charset="0"/>
              </a:rPr>
              <a:t>The advanced data visualization tool is a software application designed to transform complex datasets into intuitive, interactive visual representations. It aims to empower users—ranging from business analysts to data scientists—to extract actionable insights from their data without needing deep expertise in data science or programming. By integrating real-time data processing, predictive analytics, and customizable visualization options, this tool enhances decision-making processes across various industries. The tool is designed to be user-friendly yet powerful, providing a wide range of features that cater to the diverse needs of modern data-driven organizations.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75000"/>
            </a:srgbClr>
          </a:solidFill>
          <a:ln/>
        </p:spPr>
        <p:txBody>
          <a:bodyPr/>
          <a:lstStyle/>
          <a:p>
            <a:endParaRPr lang="en-IN" dirty="0"/>
          </a:p>
        </p:txBody>
      </p:sp>
      <p:sp>
        <p:nvSpPr>
          <p:cNvPr id="4" name="Text 1"/>
          <p:cNvSpPr/>
          <p:nvPr/>
        </p:nvSpPr>
        <p:spPr>
          <a:xfrm>
            <a:off x="877040" y="1488274"/>
            <a:ext cx="3243547" cy="744260"/>
          </a:xfrm>
          <a:prstGeom prst="rect">
            <a:avLst/>
          </a:prstGeom>
          <a:noFill/>
          <a:ln/>
        </p:spPr>
        <p:txBody>
          <a:bodyPr wrap="none" lIns="0" tIns="0" rIns="0" bIns="0" rtlCol="0" anchor="t"/>
          <a:lstStyle/>
          <a:p>
            <a:pPr marL="0" indent="0">
              <a:lnSpc>
                <a:spcPts val="5850"/>
              </a:lnSpc>
              <a:buNone/>
            </a:pPr>
            <a:r>
              <a:rPr lang="en-US" sz="4650" b="1" kern="0" spc="-94" dirty="0">
                <a:solidFill>
                  <a:srgbClr val="FF8AAF"/>
                </a:solidFill>
                <a:latin typeface="Petrona" pitchFamily="34" charset="0"/>
                <a:ea typeface="Petrona" pitchFamily="34" charset="-122"/>
                <a:cs typeface="Petrona" pitchFamily="34" charset="-120"/>
              </a:rPr>
              <a:t>Introduction</a:t>
            </a:r>
            <a:endParaRPr lang="en-US" sz="4650" dirty="0"/>
          </a:p>
        </p:txBody>
      </p:sp>
      <p:sp>
        <p:nvSpPr>
          <p:cNvPr id="5" name="Text 2"/>
          <p:cNvSpPr/>
          <p:nvPr/>
        </p:nvSpPr>
        <p:spPr>
          <a:xfrm>
            <a:off x="793790" y="3643074"/>
            <a:ext cx="2977039" cy="372070"/>
          </a:xfrm>
          <a:prstGeom prst="rect">
            <a:avLst/>
          </a:prstGeom>
          <a:noFill/>
          <a:ln/>
        </p:spPr>
        <p:txBody>
          <a:bodyPr wrap="none" lIns="0" tIns="0" rIns="0" bIns="0" rtlCol="0" anchor="t"/>
          <a:lstStyle/>
          <a:p>
            <a:pPr marL="0" indent="0">
              <a:lnSpc>
                <a:spcPts val="2900"/>
              </a:lnSpc>
              <a:buNone/>
            </a:pPr>
            <a:endParaRPr lang="en-US" sz="2300" dirty="0"/>
          </a:p>
        </p:txBody>
      </p:sp>
      <p:sp>
        <p:nvSpPr>
          <p:cNvPr id="6" name="Text 3"/>
          <p:cNvSpPr/>
          <p:nvPr/>
        </p:nvSpPr>
        <p:spPr>
          <a:xfrm>
            <a:off x="877041" y="2673752"/>
            <a:ext cx="6947446" cy="4557243"/>
          </a:xfrm>
          <a:prstGeom prst="rect">
            <a:avLst/>
          </a:prstGeom>
          <a:noFill/>
          <a:ln/>
        </p:spPr>
        <p:txBody>
          <a:bodyPr wrap="square" lIns="0" tIns="0" rIns="0" bIns="0" rtlCol="0" anchor="t"/>
          <a:lstStyle/>
          <a:p>
            <a:pPr marL="0" indent="0">
              <a:lnSpc>
                <a:spcPts val="2850"/>
              </a:lnSpc>
              <a:buNone/>
            </a:pPr>
            <a:r>
              <a:rPr lang="en-US" sz="1750" dirty="0">
                <a:solidFill>
                  <a:schemeClr val="bg1"/>
                </a:solidFill>
                <a:latin typeface="Inter" panose="020B0604020202020204" charset="0"/>
                <a:ea typeface="Inter" panose="020B0604020202020204" charset="0"/>
              </a:rPr>
              <a:t>Advanced Data Visualization tools are specialized software that transforms complex data into interactive and insightful visual formats. They go beyond basic charts, offering features like 3D visualizations, real-time data updates, and customizable dashboards. These tools help users identify patterns, trends, and insights within large datasets, making them essential in data-driven fields like business intelligence and analytics. </a:t>
            </a:r>
          </a:p>
        </p:txBody>
      </p:sp>
      <p:sp>
        <p:nvSpPr>
          <p:cNvPr id="7" name="Text 4"/>
          <p:cNvSpPr/>
          <p:nvPr/>
        </p:nvSpPr>
        <p:spPr>
          <a:xfrm>
            <a:off x="5332928" y="3643074"/>
            <a:ext cx="2977039" cy="372070"/>
          </a:xfrm>
          <a:prstGeom prst="rect">
            <a:avLst/>
          </a:prstGeom>
          <a:noFill/>
          <a:ln/>
        </p:spPr>
        <p:txBody>
          <a:bodyPr wrap="none" lIns="0" tIns="0" rIns="0" bIns="0" rtlCol="0" anchor="t"/>
          <a:lstStyle/>
          <a:p>
            <a:pPr marL="0" indent="0">
              <a:lnSpc>
                <a:spcPts val="2900"/>
              </a:lnSpc>
              <a:buNone/>
            </a:pPr>
            <a:endParaRPr lang="en-US" sz="2300" dirty="0"/>
          </a:p>
        </p:txBody>
      </p:sp>
      <p:sp>
        <p:nvSpPr>
          <p:cNvPr id="8" name="Text 5"/>
          <p:cNvSpPr/>
          <p:nvPr/>
        </p:nvSpPr>
        <p:spPr>
          <a:xfrm>
            <a:off x="5332928" y="4241959"/>
            <a:ext cx="3978116" cy="1088708"/>
          </a:xfrm>
          <a:prstGeom prst="rect">
            <a:avLst/>
          </a:prstGeom>
          <a:noFill/>
          <a:ln/>
        </p:spPr>
        <p:txBody>
          <a:bodyPr wrap="square" lIns="0" tIns="0" rIns="0" bIns="0" rtlCol="0" anchor="t"/>
          <a:lstStyle/>
          <a:p>
            <a:pPr marL="0" indent="0">
              <a:lnSpc>
                <a:spcPts val="2850"/>
              </a:lnSpc>
              <a:buNone/>
            </a:pPr>
            <a:r>
              <a:rPr lang="en-US" sz="1750" kern="0" spc="-36" dirty="0">
                <a:solidFill>
                  <a:srgbClr val="E0D6DE"/>
                </a:solidFill>
                <a:latin typeface="Inter" pitchFamily="34" charset="0"/>
                <a:ea typeface="Inter" pitchFamily="34" charset="-122"/>
                <a:cs typeface="Inter" pitchFamily="34" charset="-120"/>
              </a:rPr>
              <a:t>.</a:t>
            </a:r>
            <a:endParaRPr lang="en-US" sz="1750" dirty="0"/>
          </a:p>
        </p:txBody>
      </p:sp>
      <p:sp>
        <p:nvSpPr>
          <p:cNvPr id="9" name="Text 6"/>
          <p:cNvSpPr/>
          <p:nvPr/>
        </p:nvSpPr>
        <p:spPr>
          <a:xfrm>
            <a:off x="9872067" y="3643074"/>
            <a:ext cx="2977039" cy="372070"/>
          </a:xfrm>
          <a:prstGeom prst="rect">
            <a:avLst/>
          </a:prstGeom>
          <a:noFill/>
          <a:ln/>
        </p:spPr>
        <p:txBody>
          <a:bodyPr wrap="none" lIns="0" tIns="0" rIns="0" bIns="0" rtlCol="0" anchor="t"/>
          <a:lstStyle/>
          <a:p>
            <a:pPr marL="0" indent="0">
              <a:lnSpc>
                <a:spcPts val="2900"/>
              </a:lnSpc>
              <a:buNone/>
            </a:pPr>
            <a:endParaRPr lang="en-US" sz="2300" dirty="0"/>
          </a:p>
        </p:txBody>
      </p:sp>
      <p:sp>
        <p:nvSpPr>
          <p:cNvPr id="10" name="Text 7"/>
          <p:cNvSpPr/>
          <p:nvPr/>
        </p:nvSpPr>
        <p:spPr>
          <a:xfrm>
            <a:off x="9872067" y="4241959"/>
            <a:ext cx="3978116" cy="1088708"/>
          </a:xfrm>
          <a:prstGeom prst="rect">
            <a:avLst/>
          </a:prstGeom>
          <a:noFill/>
          <a:ln/>
        </p:spPr>
        <p:txBody>
          <a:bodyPr wrap="square" lIns="0" tIns="0" rIns="0" bIns="0" rtlCol="0" anchor="t"/>
          <a:lstStyle/>
          <a:p>
            <a:pPr marL="0" indent="0">
              <a:lnSpc>
                <a:spcPts val="2850"/>
              </a:lnSpc>
              <a:buNone/>
            </a:pPr>
            <a:endParaRPr lang="en-US" sz="1750" dirty="0"/>
          </a:p>
        </p:txBody>
      </p:sp>
      <p:pic>
        <p:nvPicPr>
          <p:cNvPr id="13" name="Picture 12">
            <a:extLst>
              <a:ext uri="{FF2B5EF4-FFF2-40B4-BE49-F238E27FC236}">
                <a16:creationId xmlns:a16="http://schemas.microsoft.com/office/drawing/2014/main" id="{8B76003A-62A3-4DC0-3CE9-E8B81398AE52}"/>
              </a:ext>
            </a:extLst>
          </p:cNvPr>
          <p:cNvPicPr>
            <a:picLocks noChangeAspect="1"/>
          </p:cNvPicPr>
          <p:nvPr/>
        </p:nvPicPr>
        <p:blipFill>
          <a:blip r:embed="rId4"/>
          <a:stretch>
            <a:fillRect/>
          </a:stretch>
        </p:blipFill>
        <p:spPr>
          <a:xfrm>
            <a:off x="8113853" y="0"/>
            <a:ext cx="6516546" cy="822959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75000"/>
            </a:srgbClr>
          </a:solidFill>
          <a:ln/>
        </p:spPr>
      </p:sp>
      <p:pic>
        <p:nvPicPr>
          <p:cNvPr id="4" name="Image 1" descr="preencoded.png"/>
          <p:cNvPicPr>
            <a:picLocks noChangeAspect="1"/>
          </p:cNvPicPr>
          <p:nvPr/>
        </p:nvPicPr>
        <p:blipFill>
          <a:blip r:embed="rId4"/>
          <a:stretch>
            <a:fillRect/>
          </a:stretch>
        </p:blipFill>
        <p:spPr>
          <a:xfrm>
            <a:off x="0" y="0"/>
            <a:ext cx="5486400" cy="8229600"/>
          </a:xfrm>
          <a:prstGeom prst="rect">
            <a:avLst/>
          </a:prstGeom>
        </p:spPr>
      </p:pic>
      <p:sp>
        <p:nvSpPr>
          <p:cNvPr id="5" name="Text 1"/>
          <p:cNvSpPr/>
          <p:nvPr/>
        </p:nvSpPr>
        <p:spPr>
          <a:xfrm>
            <a:off x="6280190" y="1058228"/>
            <a:ext cx="5954197" cy="744260"/>
          </a:xfrm>
          <a:prstGeom prst="rect">
            <a:avLst/>
          </a:prstGeom>
          <a:noFill/>
          <a:ln/>
        </p:spPr>
        <p:txBody>
          <a:bodyPr wrap="none" lIns="0" tIns="0" rIns="0" bIns="0" rtlCol="0" anchor="t"/>
          <a:lstStyle/>
          <a:p>
            <a:pPr marL="0" indent="0">
              <a:lnSpc>
                <a:spcPts val="5850"/>
              </a:lnSpc>
              <a:buNone/>
            </a:pPr>
            <a:r>
              <a:rPr lang="en-US" sz="4650" b="1" kern="0" spc="-94" dirty="0">
                <a:solidFill>
                  <a:srgbClr val="FF8AAF"/>
                </a:solidFill>
                <a:latin typeface="Petrona" pitchFamily="34" charset="0"/>
                <a:ea typeface="Petrona" pitchFamily="34" charset="-122"/>
                <a:cs typeface="Petrona" pitchFamily="34" charset="-120"/>
              </a:rPr>
              <a:t>Existing Method</a:t>
            </a:r>
            <a:endParaRPr lang="en-US" sz="4650" dirty="0"/>
          </a:p>
        </p:txBody>
      </p:sp>
      <p:sp>
        <p:nvSpPr>
          <p:cNvPr id="6" name="Shape 2"/>
          <p:cNvSpPr/>
          <p:nvPr/>
        </p:nvSpPr>
        <p:spPr>
          <a:xfrm>
            <a:off x="6280190" y="2397800"/>
            <a:ext cx="510302" cy="510302"/>
          </a:xfrm>
          <a:prstGeom prst="roundRect">
            <a:avLst>
              <a:gd name="adj" fmla="val 18669"/>
            </a:avLst>
          </a:prstGeom>
          <a:solidFill>
            <a:srgbClr val="2F1D63"/>
          </a:solidFill>
          <a:ln w="7620">
            <a:solidFill>
              <a:srgbClr val="48367C"/>
            </a:solidFill>
            <a:prstDash val="solid"/>
          </a:ln>
        </p:spPr>
      </p:sp>
      <p:sp>
        <p:nvSpPr>
          <p:cNvPr id="7" name="Text 3"/>
          <p:cNvSpPr/>
          <p:nvPr/>
        </p:nvSpPr>
        <p:spPr>
          <a:xfrm>
            <a:off x="6462474" y="2474238"/>
            <a:ext cx="145733" cy="357307"/>
          </a:xfrm>
          <a:prstGeom prst="rect">
            <a:avLst/>
          </a:prstGeom>
          <a:noFill/>
          <a:ln/>
        </p:spPr>
        <p:txBody>
          <a:bodyPr wrap="none" lIns="0" tIns="0" rIns="0" bIns="0" rtlCol="0" anchor="t"/>
          <a:lstStyle/>
          <a:p>
            <a:pPr marL="0" indent="0" algn="ctr">
              <a:lnSpc>
                <a:spcPts val="2800"/>
              </a:lnSpc>
              <a:buNone/>
            </a:pPr>
            <a:r>
              <a:rPr lang="en-US" sz="2800" b="1" kern="0" spc="-56" dirty="0">
                <a:solidFill>
                  <a:srgbClr val="E0D6DE"/>
                </a:solidFill>
                <a:latin typeface="Petrona" pitchFamily="34" charset="0"/>
                <a:ea typeface="Petrona" pitchFamily="34" charset="-122"/>
                <a:cs typeface="Petrona" pitchFamily="34" charset="-120"/>
              </a:rPr>
              <a:t>1</a:t>
            </a:r>
            <a:endParaRPr lang="en-US" sz="2800" dirty="0"/>
          </a:p>
        </p:txBody>
      </p:sp>
      <p:sp>
        <p:nvSpPr>
          <p:cNvPr id="8" name="Text 4"/>
          <p:cNvSpPr/>
          <p:nvPr/>
        </p:nvSpPr>
        <p:spPr>
          <a:xfrm>
            <a:off x="7017306" y="2397800"/>
            <a:ext cx="2927747" cy="744141"/>
          </a:xfrm>
          <a:prstGeom prst="rect">
            <a:avLst/>
          </a:prstGeom>
          <a:noFill/>
          <a:ln/>
        </p:spPr>
        <p:txBody>
          <a:bodyPr wrap="square" lIns="0" tIns="0" rIns="0" bIns="0" rtlCol="0" anchor="t"/>
          <a:lstStyle/>
          <a:p>
            <a:pPr marL="0" indent="0">
              <a:lnSpc>
                <a:spcPts val="2900"/>
              </a:lnSpc>
              <a:buNone/>
            </a:pPr>
            <a:r>
              <a:rPr lang="en-US" sz="2300" b="1" kern="0" spc="-47" dirty="0">
                <a:solidFill>
                  <a:srgbClr val="E0D6DE"/>
                </a:solidFill>
                <a:latin typeface="Petrona" pitchFamily="34" charset="0"/>
                <a:ea typeface="Petrona" pitchFamily="34" charset="-122"/>
                <a:cs typeface="Petrona" pitchFamily="34" charset="-120"/>
              </a:rPr>
              <a:t>Limited Visualization Options</a:t>
            </a:r>
            <a:endParaRPr lang="en-US" sz="2300" dirty="0"/>
          </a:p>
        </p:txBody>
      </p:sp>
      <p:sp>
        <p:nvSpPr>
          <p:cNvPr id="9" name="Text 5"/>
          <p:cNvSpPr/>
          <p:nvPr/>
        </p:nvSpPr>
        <p:spPr>
          <a:xfrm>
            <a:off x="7017306" y="3278029"/>
            <a:ext cx="2927747" cy="2177415"/>
          </a:xfrm>
          <a:prstGeom prst="rect">
            <a:avLst/>
          </a:prstGeom>
          <a:noFill/>
          <a:ln/>
        </p:spPr>
        <p:txBody>
          <a:bodyPr wrap="square" lIns="0" tIns="0" rIns="0" bIns="0" rtlCol="0" anchor="t"/>
          <a:lstStyle/>
          <a:p>
            <a:pPr marL="0" indent="0">
              <a:lnSpc>
                <a:spcPts val="2850"/>
              </a:lnSpc>
              <a:buNone/>
            </a:pPr>
            <a:r>
              <a:rPr lang="en-US" sz="1750" kern="0" spc="-36" dirty="0">
                <a:solidFill>
                  <a:srgbClr val="E0D6DE"/>
                </a:solidFill>
                <a:latin typeface="Inter" pitchFamily="34" charset="0"/>
                <a:ea typeface="Inter" pitchFamily="34" charset="-122"/>
                <a:cs typeface="Inter" pitchFamily="34" charset="-120"/>
              </a:rPr>
              <a:t>Traditional data visualization tools often provide a limited set of chart types, restricting the ability to effectively communicate complex information.</a:t>
            </a:r>
            <a:endParaRPr lang="en-US" sz="1750" dirty="0"/>
          </a:p>
        </p:txBody>
      </p:sp>
      <p:sp>
        <p:nvSpPr>
          <p:cNvPr id="10" name="Shape 6"/>
          <p:cNvSpPr/>
          <p:nvPr/>
        </p:nvSpPr>
        <p:spPr>
          <a:xfrm>
            <a:off x="10171867" y="2397800"/>
            <a:ext cx="510302" cy="510302"/>
          </a:xfrm>
          <a:prstGeom prst="roundRect">
            <a:avLst>
              <a:gd name="adj" fmla="val 18669"/>
            </a:avLst>
          </a:prstGeom>
          <a:solidFill>
            <a:srgbClr val="2F1D63"/>
          </a:solidFill>
          <a:ln w="7620">
            <a:solidFill>
              <a:srgbClr val="48367C"/>
            </a:solidFill>
            <a:prstDash val="solid"/>
          </a:ln>
        </p:spPr>
      </p:sp>
      <p:sp>
        <p:nvSpPr>
          <p:cNvPr id="11" name="Text 7"/>
          <p:cNvSpPr/>
          <p:nvPr/>
        </p:nvSpPr>
        <p:spPr>
          <a:xfrm>
            <a:off x="10329267" y="2474238"/>
            <a:ext cx="195382" cy="357307"/>
          </a:xfrm>
          <a:prstGeom prst="rect">
            <a:avLst/>
          </a:prstGeom>
          <a:noFill/>
          <a:ln/>
        </p:spPr>
        <p:txBody>
          <a:bodyPr wrap="none" lIns="0" tIns="0" rIns="0" bIns="0" rtlCol="0" anchor="t"/>
          <a:lstStyle/>
          <a:p>
            <a:pPr marL="0" indent="0" algn="ctr">
              <a:lnSpc>
                <a:spcPts val="2800"/>
              </a:lnSpc>
              <a:buNone/>
            </a:pPr>
            <a:r>
              <a:rPr lang="en-US" sz="2800" b="1" kern="0" spc="-56" dirty="0">
                <a:solidFill>
                  <a:srgbClr val="E0D6DE"/>
                </a:solidFill>
                <a:latin typeface="Petrona" pitchFamily="34" charset="0"/>
                <a:ea typeface="Petrona" pitchFamily="34" charset="-122"/>
                <a:cs typeface="Petrona" pitchFamily="34" charset="-120"/>
              </a:rPr>
              <a:t>2</a:t>
            </a:r>
            <a:endParaRPr lang="en-US" sz="2800" dirty="0"/>
          </a:p>
        </p:txBody>
      </p:sp>
      <p:sp>
        <p:nvSpPr>
          <p:cNvPr id="12" name="Text 8"/>
          <p:cNvSpPr/>
          <p:nvPr/>
        </p:nvSpPr>
        <p:spPr>
          <a:xfrm>
            <a:off x="10908983" y="2397800"/>
            <a:ext cx="2927747" cy="744141"/>
          </a:xfrm>
          <a:prstGeom prst="rect">
            <a:avLst/>
          </a:prstGeom>
          <a:noFill/>
          <a:ln/>
        </p:spPr>
        <p:txBody>
          <a:bodyPr wrap="square" lIns="0" tIns="0" rIns="0" bIns="0" rtlCol="0" anchor="t"/>
          <a:lstStyle/>
          <a:p>
            <a:pPr marL="0" indent="0">
              <a:lnSpc>
                <a:spcPts val="2900"/>
              </a:lnSpc>
              <a:buNone/>
            </a:pPr>
            <a:r>
              <a:rPr lang="en-US" sz="2300" b="1" kern="0" spc="-47" dirty="0">
                <a:solidFill>
                  <a:srgbClr val="E0D6DE"/>
                </a:solidFill>
                <a:latin typeface="Petrona" pitchFamily="34" charset="0"/>
                <a:ea typeface="Petrona" pitchFamily="34" charset="-122"/>
                <a:cs typeface="Petrona" pitchFamily="34" charset="-120"/>
              </a:rPr>
              <a:t>Difficulty Extracting Insights</a:t>
            </a:r>
            <a:endParaRPr lang="en-US" sz="2300" dirty="0"/>
          </a:p>
        </p:txBody>
      </p:sp>
      <p:sp>
        <p:nvSpPr>
          <p:cNvPr id="13" name="Text 9"/>
          <p:cNvSpPr/>
          <p:nvPr/>
        </p:nvSpPr>
        <p:spPr>
          <a:xfrm>
            <a:off x="10908983" y="3278029"/>
            <a:ext cx="2927747" cy="2177415"/>
          </a:xfrm>
          <a:prstGeom prst="rect">
            <a:avLst/>
          </a:prstGeom>
          <a:noFill/>
          <a:ln/>
        </p:spPr>
        <p:txBody>
          <a:bodyPr wrap="square" lIns="0" tIns="0" rIns="0" bIns="0" rtlCol="0" anchor="t"/>
          <a:lstStyle/>
          <a:p>
            <a:pPr marL="0" indent="0">
              <a:lnSpc>
                <a:spcPts val="2850"/>
              </a:lnSpc>
              <a:buNone/>
            </a:pPr>
            <a:r>
              <a:rPr lang="en-US" sz="1750" kern="0" spc="-36" dirty="0">
                <a:solidFill>
                  <a:srgbClr val="E0D6DE"/>
                </a:solidFill>
                <a:latin typeface="Inter" pitchFamily="34" charset="0"/>
                <a:ea typeface="Inter" pitchFamily="34" charset="-122"/>
                <a:cs typeface="Inter" pitchFamily="34" charset="-120"/>
              </a:rPr>
              <a:t>Existing methods can be time-consuming and require significant technical expertise to uncover meaningful insights from data.</a:t>
            </a:r>
            <a:endParaRPr lang="en-US" sz="1750" dirty="0"/>
          </a:p>
        </p:txBody>
      </p:sp>
      <p:sp>
        <p:nvSpPr>
          <p:cNvPr id="14" name="Shape 10"/>
          <p:cNvSpPr/>
          <p:nvPr/>
        </p:nvSpPr>
        <p:spPr>
          <a:xfrm>
            <a:off x="6280190" y="5937409"/>
            <a:ext cx="510302" cy="510302"/>
          </a:xfrm>
          <a:prstGeom prst="roundRect">
            <a:avLst>
              <a:gd name="adj" fmla="val 18669"/>
            </a:avLst>
          </a:prstGeom>
          <a:solidFill>
            <a:srgbClr val="2F1D63"/>
          </a:solidFill>
          <a:ln w="7620">
            <a:solidFill>
              <a:srgbClr val="48367C"/>
            </a:solidFill>
            <a:prstDash val="solid"/>
          </a:ln>
        </p:spPr>
      </p:sp>
      <p:sp>
        <p:nvSpPr>
          <p:cNvPr id="15" name="Text 11"/>
          <p:cNvSpPr/>
          <p:nvPr/>
        </p:nvSpPr>
        <p:spPr>
          <a:xfrm>
            <a:off x="6437828" y="6013847"/>
            <a:ext cx="195024" cy="357307"/>
          </a:xfrm>
          <a:prstGeom prst="rect">
            <a:avLst/>
          </a:prstGeom>
          <a:noFill/>
          <a:ln/>
        </p:spPr>
        <p:txBody>
          <a:bodyPr wrap="none" lIns="0" tIns="0" rIns="0" bIns="0" rtlCol="0" anchor="t"/>
          <a:lstStyle/>
          <a:p>
            <a:pPr marL="0" indent="0" algn="ctr">
              <a:lnSpc>
                <a:spcPts val="2800"/>
              </a:lnSpc>
              <a:buNone/>
            </a:pPr>
            <a:r>
              <a:rPr lang="en-US" sz="2800" b="1" kern="0" spc="-56" dirty="0">
                <a:solidFill>
                  <a:srgbClr val="E0D6DE"/>
                </a:solidFill>
                <a:latin typeface="Petrona" pitchFamily="34" charset="0"/>
                <a:ea typeface="Petrona" pitchFamily="34" charset="-122"/>
                <a:cs typeface="Petrona" pitchFamily="34" charset="-120"/>
              </a:rPr>
              <a:t>3</a:t>
            </a:r>
            <a:endParaRPr lang="en-US" sz="2800" dirty="0"/>
          </a:p>
        </p:txBody>
      </p:sp>
      <p:sp>
        <p:nvSpPr>
          <p:cNvPr id="16" name="Text 12"/>
          <p:cNvSpPr/>
          <p:nvPr/>
        </p:nvSpPr>
        <p:spPr>
          <a:xfrm>
            <a:off x="7017306" y="5937409"/>
            <a:ext cx="2977039" cy="372070"/>
          </a:xfrm>
          <a:prstGeom prst="rect">
            <a:avLst/>
          </a:prstGeom>
          <a:noFill/>
          <a:ln/>
        </p:spPr>
        <p:txBody>
          <a:bodyPr wrap="none" lIns="0" tIns="0" rIns="0" bIns="0" rtlCol="0" anchor="t"/>
          <a:lstStyle/>
          <a:p>
            <a:pPr marL="0" indent="0">
              <a:lnSpc>
                <a:spcPts val="2900"/>
              </a:lnSpc>
              <a:buNone/>
            </a:pPr>
            <a:r>
              <a:rPr lang="en-US" sz="2300" b="1" kern="0" spc="-47" dirty="0">
                <a:solidFill>
                  <a:srgbClr val="E0D6DE"/>
                </a:solidFill>
                <a:latin typeface="Petrona" pitchFamily="34" charset="0"/>
                <a:ea typeface="Petrona" pitchFamily="34" charset="-122"/>
                <a:cs typeface="Petrona" pitchFamily="34" charset="-120"/>
              </a:rPr>
              <a:t>Siloed Approach</a:t>
            </a:r>
            <a:endParaRPr lang="en-US" sz="2300" dirty="0"/>
          </a:p>
        </p:txBody>
      </p:sp>
      <p:sp>
        <p:nvSpPr>
          <p:cNvPr id="17" name="Text 13"/>
          <p:cNvSpPr/>
          <p:nvPr/>
        </p:nvSpPr>
        <p:spPr>
          <a:xfrm>
            <a:off x="7017306" y="6445567"/>
            <a:ext cx="6819305" cy="725805"/>
          </a:xfrm>
          <a:prstGeom prst="rect">
            <a:avLst/>
          </a:prstGeom>
          <a:noFill/>
          <a:ln/>
        </p:spPr>
        <p:txBody>
          <a:bodyPr wrap="square" lIns="0" tIns="0" rIns="0" bIns="0" rtlCol="0" anchor="t"/>
          <a:lstStyle/>
          <a:p>
            <a:pPr marL="0" indent="0">
              <a:lnSpc>
                <a:spcPts val="2850"/>
              </a:lnSpc>
              <a:buNone/>
            </a:pPr>
            <a:r>
              <a:rPr lang="en-US" sz="1750" kern="0" spc="-36" dirty="0">
                <a:solidFill>
                  <a:srgbClr val="E0D6DE"/>
                </a:solidFill>
                <a:latin typeface="Inter" pitchFamily="34" charset="0"/>
                <a:ea typeface="Inter" pitchFamily="34" charset="-122"/>
                <a:cs typeface="Inter" pitchFamily="34" charset="-120"/>
              </a:rPr>
              <a:t>Lack of collaboration and data sharing hinders cross-functional teams from making informed, data-driven decisions.</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75000"/>
            </a:srgbClr>
          </a:solidFill>
          <a:ln/>
        </p:spPr>
      </p:sp>
      <p:pic>
        <p:nvPicPr>
          <p:cNvPr id="4" name="Image 1" descr="preencoded.png"/>
          <p:cNvPicPr>
            <a:picLocks noChangeAspect="1"/>
          </p:cNvPicPr>
          <p:nvPr/>
        </p:nvPicPr>
        <p:blipFill>
          <a:blip r:embed="rId4"/>
          <a:stretch>
            <a:fillRect/>
          </a:stretch>
        </p:blipFill>
        <p:spPr>
          <a:xfrm>
            <a:off x="9144000" y="0"/>
            <a:ext cx="5486400" cy="8229600"/>
          </a:xfrm>
          <a:prstGeom prst="rect">
            <a:avLst/>
          </a:prstGeom>
        </p:spPr>
      </p:pic>
      <p:sp>
        <p:nvSpPr>
          <p:cNvPr id="5" name="Text 1"/>
          <p:cNvSpPr/>
          <p:nvPr/>
        </p:nvSpPr>
        <p:spPr>
          <a:xfrm>
            <a:off x="734616" y="918210"/>
            <a:ext cx="5510332" cy="688777"/>
          </a:xfrm>
          <a:prstGeom prst="rect">
            <a:avLst/>
          </a:prstGeom>
          <a:noFill/>
          <a:ln/>
        </p:spPr>
        <p:txBody>
          <a:bodyPr wrap="none" lIns="0" tIns="0" rIns="0" bIns="0" rtlCol="0" anchor="t"/>
          <a:lstStyle/>
          <a:p>
            <a:pPr marL="0" indent="0">
              <a:lnSpc>
                <a:spcPts val="5400"/>
              </a:lnSpc>
              <a:buNone/>
            </a:pPr>
            <a:r>
              <a:rPr lang="en-US" sz="4300" b="1" kern="0" spc="-87" dirty="0">
                <a:solidFill>
                  <a:srgbClr val="FF8AAF"/>
                </a:solidFill>
                <a:latin typeface="Petrona" pitchFamily="34" charset="0"/>
                <a:ea typeface="Petrona" pitchFamily="34" charset="-122"/>
                <a:cs typeface="Petrona" pitchFamily="34" charset="-120"/>
              </a:rPr>
              <a:t>Proposed Method</a:t>
            </a:r>
            <a:endParaRPr lang="en-US" sz="4300" dirty="0"/>
          </a:p>
        </p:txBody>
      </p:sp>
      <p:pic>
        <p:nvPicPr>
          <p:cNvPr id="6" name="Image 2" descr="preencoded.png"/>
          <p:cNvPicPr>
            <a:picLocks noChangeAspect="1"/>
          </p:cNvPicPr>
          <p:nvPr/>
        </p:nvPicPr>
        <p:blipFill>
          <a:blip r:embed="rId5"/>
          <a:stretch>
            <a:fillRect/>
          </a:stretch>
        </p:blipFill>
        <p:spPr>
          <a:xfrm>
            <a:off x="734616" y="1921788"/>
            <a:ext cx="524708" cy="524708"/>
          </a:xfrm>
          <a:prstGeom prst="rect">
            <a:avLst/>
          </a:prstGeom>
        </p:spPr>
      </p:pic>
      <p:sp>
        <p:nvSpPr>
          <p:cNvPr id="7" name="Text 2"/>
          <p:cNvSpPr/>
          <p:nvPr/>
        </p:nvSpPr>
        <p:spPr>
          <a:xfrm>
            <a:off x="734616" y="2656403"/>
            <a:ext cx="2755106" cy="344329"/>
          </a:xfrm>
          <a:prstGeom prst="rect">
            <a:avLst/>
          </a:prstGeom>
          <a:noFill/>
          <a:ln/>
        </p:spPr>
        <p:txBody>
          <a:bodyPr wrap="none" lIns="0" tIns="0" rIns="0" bIns="0" rtlCol="0" anchor="t"/>
          <a:lstStyle/>
          <a:p>
            <a:pPr marL="0" indent="0" algn="l">
              <a:lnSpc>
                <a:spcPts val="2700"/>
              </a:lnSpc>
              <a:buNone/>
            </a:pPr>
            <a:r>
              <a:rPr lang="en-US" sz="2150" b="1" kern="0" spc="-43" dirty="0">
                <a:solidFill>
                  <a:srgbClr val="E0D6DE"/>
                </a:solidFill>
                <a:latin typeface="Petrona" pitchFamily="34" charset="0"/>
                <a:ea typeface="Petrona" pitchFamily="34" charset="-122"/>
                <a:cs typeface="Petrona" pitchFamily="34" charset="-120"/>
              </a:rPr>
              <a:t>Data Integration</a:t>
            </a:r>
            <a:endParaRPr lang="en-US" sz="2150" dirty="0"/>
          </a:p>
        </p:txBody>
      </p:sp>
      <p:sp>
        <p:nvSpPr>
          <p:cNvPr id="8" name="Text 3"/>
          <p:cNvSpPr/>
          <p:nvPr/>
        </p:nvSpPr>
        <p:spPr>
          <a:xfrm>
            <a:off x="734616" y="3126581"/>
            <a:ext cx="3679984" cy="1007269"/>
          </a:xfrm>
          <a:prstGeom prst="rect">
            <a:avLst/>
          </a:prstGeom>
          <a:noFill/>
          <a:ln/>
        </p:spPr>
        <p:txBody>
          <a:bodyPr wrap="square" lIns="0" tIns="0" rIns="0" bIns="0" rtlCol="0" anchor="t"/>
          <a:lstStyle/>
          <a:p>
            <a:pPr marL="0" indent="0" algn="l">
              <a:lnSpc>
                <a:spcPts val="2600"/>
              </a:lnSpc>
              <a:buNone/>
            </a:pPr>
            <a:r>
              <a:rPr lang="en-US" sz="1650" kern="0" spc="-33" dirty="0">
                <a:solidFill>
                  <a:srgbClr val="E0D6DE"/>
                </a:solidFill>
                <a:latin typeface="Inter" pitchFamily="34" charset="0"/>
                <a:ea typeface="Inter" pitchFamily="34" charset="-122"/>
                <a:cs typeface="Inter" pitchFamily="34" charset="-120"/>
              </a:rPr>
              <a:t>Seamlessly connect to a variety of data sources, including databases, spreadsheets, and real-time feeds.</a:t>
            </a:r>
            <a:endParaRPr lang="en-US" sz="1650" dirty="0"/>
          </a:p>
        </p:txBody>
      </p:sp>
      <p:pic>
        <p:nvPicPr>
          <p:cNvPr id="9" name="Image 3" descr="preencoded.png"/>
          <p:cNvPicPr>
            <a:picLocks noChangeAspect="1"/>
          </p:cNvPicPr>
          <p:nvPr/>
        </p:nvPicPr>
        <p:blipFill>
          <a:blip r:embed="rId6"/>
          <a:stretch>
            <a:fillRect/>
          </a:stretch>
        </p:blipFill>
        <p:spPr>
          <a:xfrm>
            <a:off x="4729401" y="1921788"/>
            <a:ext cx="524708" cy="524708"/>
          </a:xfrm>
          <a:prstGeom prst="rect">
            <a:avLst/>
          </a:prstGeom>
        </p:spPr>
      </p:pic>
      <p:sp>
        <p:nvSpPr>
          <p:cNvPr id="10" name="Text 4"/>
          <p:cNvSpPr/>
          <p:nvPr/>
        </p:nvSpPr>
        <p:spPr>
          <a:xfrm>
            <a:off x="4729401" y="2656403"/>
            <a:ext cx="2755106" cy="344329"/>
          </a:xfrm>
          <a:prstGeom prst="rect">
            <a:avLst/>
          </a:prstGeom>
          <a:noFill/>
          <a:ln/>
        </p:spPr>
        <p:txBody>
          <a:bodyPr wrap="none" lIns="0" tIns="0" rIns="0" bIns="0" rtlCol="0" anchor="t"/>
          <a:lstStyle/>
          <a:p>
            <a:pPr marL="0" indent="0" algn="l">
              <a:lnSpc>
                <a:spcPts val="2700"/>
              </a:lnSpc>
              <a:buNone/>
            </a:pPr>
            <a:r>
              <a:rPr lang="en-US" sz="2150" b="1" kern="0" spc="-43" dirty="0">
                <a:solidFill>
                  <a:srgbClr val="E0D6DE"/>
                </a:solidFill>
                <a:latin typeface="Petrona" pitchFamily="34" charset="0"/>
                <a:ea typeface="Petrona" pitchFamily="34" charset="-122"/>
                <a:cs typeface="Petrona" pitchFamily="34" charset="-120"/>
              </a:rPr>
              <a:t>Advanced Analytics</a:t>
            </a:r>
            <a:endParaRPr lang="en-US" sz="2150" dirty="0"/>
          </a:p>
        </p:txBody>
      </p:sp>
      <p:sp>
        <p:nvSpPr>
          <p:cNvPr id="11" name="Text 5"/>
          <p:cNvSpPr/>
          <p:nvPr/>
        </p:nvSpPr>
        <p:spPr>
          <a:xfrm>
            <a:off x="4729401" y="3126581"/>
            <a:ext cx="3679984" cy="1007269"/>
          </a:xfrm>
          <a:prstGeom prst="rect">
            <a:avLst/>
          </a:prstGeom>
          <a:noFill/>
          <a:ln/>
        </p:spPr>
        <p:txBody>
          <a:bodyPr wrap="square" lIns="0" tIns="0" rIns="0" bIns="0" rtlCol="0" anchor="t"/>
          <a:lstStyle/>
          <a:p>
            <a:pPr marL="0" indent="0" algn="l">
              <a:lnSpc>
                <a:spcPts val="2600"/>
              </a:lnSpc>
              <a:buNone/>
            </a:pPr>
            <a:r>
              <a:rPr lang="en-US" sz="1650" kern="0" spc="-33" dirty="0">
                <a:solidFill>
                  <a:srgbClr val="E0D6DE"/>
                </a:solidFill>
                <a:latin typeface="Inter" pitchFamily="34" charset="0"/>
                <a:ea typeface="Inter" pitchFamily="34" charset="-122"/>
                <a:cs typeface="Inter" pitchFamily="34" charset="-120"/>
              </a:rPr>
              <a:t>Leverage machine learning and AI-powered algorithms to uncover hidden patterns and insights.</a:t>
            </a:r>
            <a:endParaRPr lang="en-US" sz="1650" dirty="0"/>
          </a:p>
        </p:txBody>
      </p:sp>
      <p:pic>
        <p:nvPicPr>
          <p:cNvPr id="12" name="Image 4" descr="preencoded.png"/>
          <p:cNvPicPr>
            <a:picLocks noChangeAspect="1"/>
          </p:cNvPicPr>
          <p:nvPr/>
        </p:nvPicPr>
        <p:blipFill>
          <a:blip r:embed="rId7"/>
          <a:stretch>
            <a:fillRect/>
          </a:stretch>
        </p:blipFill>
        <p:spPr>
          <a:xfrm>
            <a:off x="734616" y="4763572"/>
            <a:ext cx="524708" cy="524708"/>
          </a:xfrm>
          <a:prstGeom prst="rect">
            <a:avLst/>
          </a:prstGeom>
        </p:spPr>
      </p:pic>
      <p:sp>
        <p:nvSpPr>
          <p:cNvPr id="13" name="Text 6"/>
          <p:cNvSpPr/>
          <p:nvPr/>
        </p:nvSpPr>
        <p:spPr>
          <a:xfrm>
            <a:off x="734616" y="5498187"/>
            <a:ext cx="2755106" cy="344329"/>
          </a:xfrm>
          <a:prstGeom prst="rect">
            <a:avLst/>
          </a:prstGeom>
          <a:noFill/>
          <a:ln/>
        </p:spPr>
        <p:txBody>
          <a:bodyPr wrap="none" lIns="0" tIns="0" rIns="0" bIns="0" rtlCol="0" anchor="t"/>
          <a:lstStyle/>
          <a:p>
            <a:pPr marL="0" indent="0" algn="l">
              <a:lnSpc>
                <a:spcPts val="2700"/>
              </a:lnSpc>
              <a:buNone/>
            </a:pPr>
            <a:r>
              <a:rPr lang="en-US" sz="2150" b="1" kern="0" spc="-43" dirty="0">
                <a:solidFill>
                  <a:srgbClr val="E0D6DE"/>
                </a:solidFill>
                <a:latin typeface="Petrona" pitchFamily="34" charset="0"/>
                <a:ea typeface="Petrona" pitchFamily="34" charset="-122"/>
                <a:cs typeface="Petrona" pitchFamily="34" charset="-120"/>
              </a:rPr>
              <a:t>Collaborative Insights</a:t>
            </a:r>
            <a:endParaRPr lang="en-US" sz="2150" dirty="0"/>
          </a:p>
        </p:txBody>
      </p:sp>
      <p:sp>
        <p:nvSpPr>
          <p:cNvPr id="14" name="Text 7"/>
          <p:cNvSpPr/>
          <p:nvPr/>
        </p:nvSpPr>
        <p:spPr>
          <a:xfrm>
            <a:off x="734616" y="5968365"/>
            <a:ext cx="3679984" cy="1007269"/>
          </a:xfrm>
          <a:prstGeom prst="rect">
            <a:avLst/>
          </a:prstGeom>
          <a:noFill/>
          <a:ln/>
        </p:spPr>
        <p:txBody>
          <a:bodyPr wrap="square" lIns="0" tIns="0" rIns="0" bIns="0" rtlCol="0" anchor="t"/>
          <a:lstStyle/>
          <a:p>
            <a:pPr marL="0" indent="0" algn="l">
              <a:lnSpc>
                <a:spcPts val="2600"/>
              </a:lnSpc>
              <a:buNone/>
            </a:pPr>
            <a:r>
              <a:rPr lang="en-US" sz="1650" kern="0" spc="-33" dirty="0">
                <a:solidFill>
                  <a:srgbClr val="E0D6DE"/>
                </a:solidFill>
                <a:latin typeface="Inter" pitchFamily="34" charset="0"/>
                <a:ea typeface="Inter" pitchFamily="34" charset="-122"/>
                <a:cs typeface="Inter" pitchFamily="34" charset="-120"/>
              </a:rPr>
              <a:t>Empower teams to work together, share insights, and make informed, data-driven decisions.</a:t>
            </a:r>
            <a:endParaRPr lang="en-US" sz="1650" dirty="0"/>
          </a:p>
        </p:txBody>
      </p:sp>
      <p:pic>
        <p:nvPicPr>
          <p:cNvPr id="15" name="Image 5" descr="preencoded.png"/>
          <p:cNvPicPr>
            <a:picLocks noChangeAspect="1"/>
          </p:cNvPicPr>
          <p:nvPr/>
        </p:nvPicPr>
        <p:blipFill>
          <a:blip r:embed="rId8"/>
          <a:stretch>
            <a:fillRect/>
          </a:stretch>
        </p:blipFill>
        <p:spPr>
          <a:xfrm>
            <a:off x="4729401" y="4763572"/>
            <a:ext cx="524708" cy="524708"/>
          </a:xfrm>
          <a:prstGeom prst="rect">
            <a:avLst/>
          </a:prstGeom>
        </p:spPr>
      </p:pic>
      <p:sp>
        <p:nvSpPr>
          <p:cNvPr id="16" name="Text 8"/>
          <p:cNvSpPr/>
          <p:nvPr/>
        </p:nvSpPr>
        <p:spPr>
          <a:xfrm>
            <a:off x="4729401" y="5498187"/>
            <a:ext cx="3439597" cy="344329"/>
          </a:xfrm>
          <a:prstGeom prst="rect">
            <a:avLst/>
          </a:prstGeom>
          <a:noFill/>
          <a:ln/>
        </p:spPr>
        <p:txBody>
          <a:bodyPr wrap="none" lIns="0" tIns="0" rIns="0" bIns="0" rtlCol="0" anchor="t"/>
          <a:lstStyle/>
          <a:p>
            <a:pPr marL="0" indent="0" algn="l">
              <a:lnSpc>
                <a:spcPts val="2700"/>
              </a:lnSpc>
              <a:buNone/>
            </a:pPr>
            <a:r>
              <a:rPr lang="en-US" sz="2150" b="1" kern="0" spc="-43" dirty="0">
                <a:solidFill>
                  <a:srgbClr val="E0D6DE"/>
                </a:solidFill>
                <a:latin typeface="Petrona" pitchFamily="34" charset="0"/>
                <a:ea typeface="Petrona" pitchFamily="34" charset="-122"/>
                <a:cs typeface="Petrona" pitchFamily="34" charset="-120"/>
              </a:rPr>
              <a:t>Customizable Visualizations</a:t>
            </a:r>
            <a:endParaRPr lang="en-US" sz="2150" dirty="0"/>
          </a:p>
        </p:txBody>
      </p:sp>
      <p:sp>
        <p:nvSpPr>
          <p:cNvPr id="17" name="Text 9"/>
          <p:cNvSpPr/>
          <p:nvPr/>
        </p:nvSpPr>
        <p:spPr>
          <a:xfrm>
            <a:off x="4729401" y="5968365"/>
            <a:ext cx="3679984" cy="1343025"/>
          </a:xfrm>
          <a:prstGeom prst="rect">
            <a:avLst/>
          </a:prstGeom>
          <a:noFill/>
          <a:ln/>
        </p:spPr>
        <p:txBody>
          <a:bodyPr wrap="square" lIns="0" tIns="0" rIns="0" bIns="0" rtlCol="0" anchor="t"/>
          <a:lstStyle/>
          <a:p>
            <a:pPr marL="0" indent="0" algn="l">
              <a:lnSpc>
                <a:spcPts val="2600"/>
              </a:lnSpc>
              <a:buNone/>
            </a:pPr>
            <a:r>
              <a:rPr lang="en-US" sz="1650" kern="0" spc="-33" dirty="0">
                <a:solidFill>
                  <a:srgbClr val="E0D6DE"/>
                </a:solidFill>
                <a:latin typeface="Inter" pitchFamily="34" charset="0"/>
                <a:ea typeface="Inter" pitchFamily="34" charset="-122"/>
                <a:cs typeface="Inter" pitchFamily="34" charset="-120"/>
              </a:rPr>
              <a:t>Create and customize a wide range of interactive data visualizations to effectively communicate complex information.</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32458"/>
          </a:xfrm>
          <a:prstGeom prst="rect">
            <a:avLst/>
          </a:prstGeom>
          <a:solidFill>
            <a:srgbClr val="0C0524">
              <a:alpha val="75000"/>
            </a:srgbClr>
          </a:solidFill>
          <a:ln/>
        </p:spPr>
      </p:sp>
      <p:pic>
        <p:nvPicPr>
          <p:cNvPr id="4" name="Image 1" descr="preencoded.png"/>
          <p:cNvPicPr>
            <a:picLocks noChangeAspect="1"/>
          </p:cNvPicPr>
          <p:nvPr/>
        </p:nvPicPr>
        <p:blipFill>
          <a:blip r:embed="rId4"/>
          <a:stretch>
            <a:fillRect/>
          </a:stretch>
        </p:blipFill>
        <p:spPr>
          <a:xfrm>
            <a:off x="0" y="0"/>
            <a:ext cx="5486400" cy="8232458"/>
          </a:xfrm>
          <a:prstGeom prst="rect">
            <a:avLst/>
          </a:prstGeom>
        </p:spPr>
      </p:pic>
      <p:sp>
        <p:nvSpPr>
          <p:cNvPr id="5" name="Text 1"/>
          <p:cNvSpPr/>
          <p:nvPr/>
        </p:nvSpPr>
        <p:spPr>
          <a:xfrm>
            <a:off x="6278761" y="622578"/>
            <a:ext cx="5943124" cy="742950"/>
          </a:xfrm>
          <a:prstGeom prst="rect">
            <a:avLst/>
          </a:prstGeom>
          <a:noFill/>
          <a:ln/>
        </p:spPr>
        <p:txBody>
          <a:bodyPr wrap="none" lIns="0" tIns="0" rIns="0" bIns="0" rtlCol="0" anchor="t"/>
          <a:lstStyle/>
          <a:p>
            <a:pPr marL="0" indent="0">
              <a:lnSpc>
                <a:spcPts val="5800"/>
              </a:lnSpc>
              <a:buNone/>
            </a:pPr>
            <a:r>
              <a:rPr lang="en-US" sz="4650" b="1" kern="0" spc="-94" dirty="0">
                <a:solidFill>
                  <a:srgbClr val="FF8AAF"/>
                </a:solidFill>
                <a:latin typeface="Petrona" pitchFamily="34" charset="0"/>
                <a:ea typeface="Petrona" pitchFamily="34" charset="-122"/>
                <a:cs typeface="Petrona" pitchFamily="34" charset="-120"/>
              </a:rPr>
              <a:t>Problem Definition</a:t>
            </a:r>
            <a:endParaRPr lang="en-US" sz="4650" dirty="0"/>
          </a:p>
        </p:txBody>
      </p:sp>
      <p:pic>
        <p:nvPicPr>
          <p:cNvPr id="6" name="Image 2" descr="preencoded.png"/>
          <p:cNvPicPr>
            <a:picLocks noChangeAspect="1"/>
          </p:cNvPicPr>
          <p:nvPr/>
        </p:nvPicPr>
        <p:blipFill>
          <a:blip r:embed="rId5"/>
          <a:stretch>
            <a:fillRect/>
          </a:stretch>
        </p:blipFill>
        <p:spPr>
          <a:xfrm>
            <a:off x="6278761" y="1705094"/>
            <a:ext cx="1131927" cy="1811179"/>
          </a:xfrm>
          <a:prstGeom prst="rect">
            <a:avLst/>
          </a:prstGeom>
        </p:spPr>
      </p:pic>
      <p:sp>
        <p:nvSpPr>
          <p:cNvPr id="7" name="Text 2"/>
          <p:cNvSpPr/>
          <p:nvPr/>
        </p:nvSpPr>
        <p:spPr>
          <a:xfrm>
            <a:off x="7764542" y="1703554"/>
            <a:ext cx="2971562" cy="371475"/>
          </a:xfrm>
          <a:prstGeom prst="rect">
            <a:avLst/>
          </a:prstGeom>
          <a:noFill/>
          <a:ln/>
        </p:spPr>
        <p:txBody>
          <a:bodyPr wrap="none" lIns="0" tIns="0" rIns="0" bIns="0" rtlCol="0" anchor="t"/>
          <a:lstStyle/>
          <a:p>
            <a:pPr marL="0" indent="0" algn="l">
              <a:lnSpc>
                <a:spcPts val="2900"/>
              </a:lnSpc>
              <a:buNone/>
            </a:pPr>
            <a:r>
              <a:rPr lang="en-US" sz="2300" b="1" kern="0" spc="-47" dirty="0">
                <a:solidFill>
                  <a:srgbClr val="E0D6DE"/>
                </a:solidFill>
                <a:latin typeface="Petrona" pitchFamily="34" charset="0"/>
                <a:ea typeface="Petrona" pitchFamily="34" charset="-122"/>
                <a:cs typeface="Petrona" pitchFamily="34" charset="-120"/>
              </a:rPr>
              <a:t>Overwhelming Complexity</a:t>
            </a:r>
            <a:endParaRPr lang="en-US" sz="2300" dirty="0"/>
          </a:p>
        </p:txBody>
      </p:sp>
      <p:sp>
        <p:nvSpPr>
          <p:cNvPr id="8" name="Text 3"/>
          <p:cNvSpPr/>
          <p:nvPr/>
        </p:nvSpPr>
        <p:spPr>
          <a:xfrm>
            <a:off x="7764542" y="2199453"/>
            <a:ext cx="6087785" cy="1050598"/>
          </a:xfrm>
          <a:prstGeom prst="rect">
            <a:avLst/>
          </a:prstGeom>
          <a:noFill/>
          <a:ln/>
        </p:spPr>
        <p:txBody>
          <a:bodyPr wrap="square" lIns="0" tIns="0" rIns="0" bIns="0" rtlCol="0" anchor="t"/>
          <a:lstStyle/>
          <a:p>
            <a:pPr marL="0" indent="0" algn="l">
              <a:lnSpc>
                <a:spcPts val="2850"/>
              </a:lnSpc>
              <a:buNone/>
            </a:pPr>
            <a:r>
              <a:rPr lang="en-US" sz="1750" dirty="0">
                <a:solidFill>
                  <a:schemeClr val="bg1"/>
                </a:solidFill>
                <a:latin typeface="Inter" panose="020B0604020202020204" charset="0"/>
                <a:ea typeface="Inter" panose="020B0604020202020204" charset="0"/>
              </a:rPr>
              <a:t>Large and intricate datasets become difficult to understand using basic charts and tables, leading to information overload.</a:t>
            </a:r>
          </a:p>
        </p:txBody>
      </p:sp>
      <p:pic>
        <p:nvPicPr>
          <p:cNvPr id="9" name="Image 3" descr="preencoded.png"/>
          <p:cNvPicPr>
            <a:picLocks noChangeAspect="1"/>
          </p:cNvPicPr>
          <p:nvPr/>
        </p:nvPicPr>
        <p:blipFill>
          <a:blip r:embed="rId6"/>
          <a:stretch>
            <a:fillRect/>
          </a:stretch>
        </p:blipFill>
        <p:spPr>
          <a:xfrm>
            <a:off x="6278761" y="3516273"/>
            <a:ext cx="1131927" cy="2046803"/>
          </a:xfrm>
          <a:prstGeom prst="rect">
            <a:avLst/>
          </a:prstGeom>
        </p:spPr>
      </p:pic>
      <p:sp>
        <p:nvSpPr>
          <p:cNvPr id="10" name="Text 4"/>
          <p:cNvSpPr/>
          <p:nvPr/>
        </p:nvSpPr>
        <p:spPr>
          <a:xfrm>
            <a:off x="7750254" y="3742611"/>
            <a:ext cx="4462463" cy="371475"/>
          </a:xfrm>
          <a:prstGeom prst="rect">
            <a:avLst/>
          </a:prstGeom>
          <a:noFill/>
          <a:ln/>
        </p:spPr>
        <p:txBody>
          <a:bodyPr wrap="none" lIns="0" tIns="0" rIns="0" bIns="0" rtlCol="0" anchor="t"/>
          <a:lstStyle/>
          <a:p>
            <a:pPr marL="0" indent="0" algn="l">
              <a:lnSpc>
                <a:spcPts val="2900"/>
              </a:lnSpc>
              <a:buNone/>
            </a:pPr>
            <a:r>
              <a:rPr lang="en-US" sz="2300" b="1" kern="0" spc="-47" dirty="0">
                <a:solidFill>
                  <a:srgbClr val="E0D6DE"/>
                </a:solidFill>
                <a:latin typeface="Petrona" pitchFamily="34" charset="0"/>
                <a:ea typeface="Petrona" pitchFamily="34" charset="-122"/>
                <a:cs typeface="Petrona" pitchFamily="34" charset="-120"/>
              </a:rPr>
              <a:t>Limited Visualization Capabilities</a:t>
            </a:r>
            <a:endParaRPr lang="en-US" sz="2300" dirty="0"/>
          </a:p>
        </p:txBody>
      </p:sp>
      <p:sp>
        <p:nvSpPr>
          <p:cNvPr id="11" name="Text 5"/>
          <p:cNvSpPr/>
          <p:nvPr/>
        </p:nvSpPr>
        <p:spPr>
          <a:xfrm>
            <a:off x="7750254" y="4249817"/>
            <a:ext cx="6087785" cy="1086922"/>
          </a:xfrm>
          <a:prstGeom prst="rect">
            <a:avLst/>
          </a:prstGeom>
          <a:noFill/>
          <a:ln/>
        </p:spPr>
        <p:txBody>
          <a:bodyPr wrap="square" lIns="0" tIns="0" rIns="0" bIns="0" rtlCol="0" anchor="t"/>
          <a:lstStyle/>
          <a:p>
            <a:pPr marL="0" indent="0" algn="l">
              <a:lnSpc>
                <a:spcPts val="2850"/>
              </a:lnSpc>
              <a:buNone/>
            </a:pPr>
            <a:r>
              <a:rPr lang="en-US" sz="1750" kern="0" spc="-36" dirty="0">
                <a:solidFill>
                  <a:schemeClr val="bg1"/>
                </a:solidFill>
                <a:latin typeface="Inter" panose="020B0604020202020204" charset="0"/>
                <a:ea typeface="Inter" panose="020B0604020202020204" charset="0"/>
                <a:cs typeface="Inter" pitchFamily="34" charset="-120"/>
              </a:rPr>
              <a:t>Existing tools often lack the flexibility and customization options needed to effectively communicate data-driven stories.</a:t>
            </a:r>
            <a:endParaRPr lang="en-US" sz="1750" dirty="0">
              <a:solidFill>
                <a:schemeClr val="bg1"/>
              </a:solidFill>
              <a:latin typeface="Inter" panose="020B0604020202020204" charset="0"/>
              <a:ea typeface="Inter" panose="020B0604020202020204" charset="0"/>
            </a:endParaRPr>
          </a:p>
        </p:txBody>
      </p:sp>
      <p:pic>
        <p:nvPicPr>
          <p:cNvPr id="12" name="Image 4" descr="preencoded.png"/>
          <p:cNvPicPr>
            <a:picLocks noChangeAspect="1"/>
          </p:cNvPicPr>
          <p:nvPr/>
        </p:nvPicPr>
        <p:blipFill>
          <a:blip r:embed="rId7"/>
          <a:stretch>
            <a:fillRect/>
          </a:stretch>
        </p:blipFill>
        <p:spPr>
          <a:xfrm>
            <a:off x="6278761" y="5563076"/>
            <a:ext cx="1131927" cy="2046803"/>
          </a:xfrm>
          <a:prstGeom prst="rect">
            <a:avLst/>
          </a:prstGeom>
        </p:spPr>
      </p:pic>
      <p:sp>
        <p:nvSpPr>
          <p:cNvPr id="13" name="Text 6"/>
          <p:cNvSpPr/>
          <p:nvPr/>
        </p:nvSpPr>
        <p:spPr>
          <a:xfrm>
            <a:off x="7750254" y="5789414"/>
            <a:ext cx="3131939" cy="371475"/>
          </a:xfrm>
          <a:prstGeom prst="rect">
            <a:avLst/>
          </a:prstGeom>
          <a:noFill/>
          <a:ln/>
        </p:spPr>
        <p:txBody>
          <a:bodyPr wrap="none" lIns="0" tIns="0" rIns="0" bIns="0" rtlCol="0" anchor="t"/>
          <a:lstStyle/>
          <a:p>
            <a:pPr marL="0" indent="0" algn="l">
              <a:lnSpc>
                <a:spcPts val="2900"/>
              </a:lnSpc>
              <a:buNone/>
            </a:pPr>
            <a:r>
              <a:rPr lang="en-US" sz="2300" b="1" kern="0" spc="-47" dirty="0">
                <a:solidFill>
                  <a:srgbClr val="E0D6DE"/>
                </a:solidFill>
                <a:latin typeface="Petrona" pitchFamily="34" charset="0"/>
                <a:ea typeface="Petrona" pitchFamily="34" charset="-122"/>
                <a:cs typeface="Petrona" pitchFamily="34" charset="-120"/>
              </a:rPr>
              <a:t>Inefficient Communication</a:t>
            </a:r>
            <a:endParaRPr lang="en-US" sz="2300" dirty="0"/>
          </a:p>
        </p:txBody>
      </p:sp>
      <p:sp>
        <p:nvSpPr>
          <p:cNvPr id="14" name="Text 7"/>
          <p:cNvSpPr/>
          <p:nvPr/>
        </p:nvSpPr>
        <p:spPr>
          <a:xfrm>
            <a:off x="7750254" y="6296620"/>
            <a:ext cx="6087785" cy="1086922"/>
          </a:xfrm>
          <a:prstGeom prst="rect">
            <a:avLst/>
          </a:prstGeom>
          <a:noFill/>
          <a:ln/>
        </p:spPr>
        <p:txBody>
          <a:bodyPr wrap="square" lIns="0" tIns="0" rIns="0" bIns="0" rtlCol="0" anchor="t"/>
          <a:lstStyle/>
          <a:p>
            <a:pPr marL="0" indent="0" algn="l">
              <a:lnSpc>
                <a:spcPts val="2850"/>
              </a:lnSpc>
              <a:buNone/>
            </a:pPr>
            <a:r>
              <a:rPr lang="en-US" sz="1750" dirty="0">
                <a:solidFill>
                  <a:schemeClr val="bg1"/>
                </a:solidFill>
                <a:latin typeface="Inter" panose="020B0604020202020204" charset="0"/>
                <a:ea typeface="Inter" panose="020B0604020202020204" charset="0"/>
              </a:rPr>
              <a:t>Presenting data in simple, non-interactive formats can lead to misinterpretation and poor communication of key findings</a:t>
            </a:r>
            <a:r>
              <a:rPr lang="en-US" sz="1600" dirty="0">
                <a:solidFill>
                  <a:schemeClr val="bg1"/>
                </a:solidFill>
                <a:latin typeface="Inter" panose="020B0604020202020204" charset="0"/>
                <a:ea typeface="Inter" panose="020B0604020202020204" charset="0"/>
              </a:rPr>
              <a:t>.</a:t>
            </a:r>
            <a:endParaRPr lang="en-US" sz="1750" dirty="0">
              <a:solidFill>
                <a:schemeClr val="bg1"/>
              </a:solidFill>
              <a:latin typeface="Inter" panose="020B0604020202020204" charset="0"/>
              <a:ea typeface="Inter" panose="020B06040202020202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75000"/>
            </a:srgbClr>
          </a:solidFill>
          <a:ln/>
        </p:spPr>
      </p:sp>
      <p:pic>
        <p:nvPicPr>
          <p:cNvPr id="4" name="Image 1" descr="preencoded.png"/>
          <p:cNvPicPr>
            <a:picLocks noChangeAspect="1"/>
          </p:cNvPicPr>
          <p:nvPr/>
        </p:nvPicPr>
        <p:blipFill>
          <a:blip r:embed="rId4"/>
          <a:stretch>
            <a:fillRect/>
          </a:stretch>
        </p:blipFill>
        <p:spPr>
          <a:xfrm>
            <a:off x="9144000" y="0"/>
            <a:ext cx="5486400" cy="8229600"/>
          </a:xfrm>
          <a:prstGeom prst="rect">
            <a:avLst/>
          </a:prstGeom>
        </p:spPr>
      </p:pic>
      <p:sp>
        <p:nvSpPr>
          <p:cNvPr id="5" name="Text 1"/>
          <p:cNvSpPr/>
          <p:nvPr/>
        </p:nvSpPr>
        <p:spPr>
          <a:xfrm>
            <a:off x="735330" y="912019"/>
            <a:ext cx="5514975" cy="689372"/>
          </a:xfrm>
          <a:prstGeom prst="rect">
            <a:avLst/>
          </a:prstGeom>
          <a:noFill/>
          <a:ln/>
        </p:spPr>
        <p:txBody>
          <a:bodyPr wrap="none" lIns="0" tIns="0" rIns="0" bIns="0" rtlCol="0" anchor="t"/>
          <a:lstStyle/>
          <a:p>
            <a:pPr marL="0" indent="0">
              <a:lnSpc>
                <a:spcPts val="5400"/>
              </a:lnSpc>
              <a:buNone/>
            </a:pPr>
            <a:r>
              <a:rPr lang="en-US" sz="4300" b="1" kern="0" spc="-87" dirty="0">
                <a:solidFill>
                  <a:srgbClr val="FF8AAF"/>
                </a:solidFill>
                <a:latin typeface="Petrona" pitchFamily="34" charset="0"/>
                <a:ea typeface="Petrona" pitchFamily="34" charset="-122"/>
                <a:cs typeface="Petrona" pitchFamily="34" charset="-120"/>
              </a:rPr>
              <a:t>Solution</a:t>
            </a:r>
            <a:endParaRPr lang="en-US" sz="4300" dirty="0"/>
          </a:p>
        </p:txBody>
      </p:sp>
      <p:sp>
        <p:nvSpPr>
          <p:cNvPr id="6" name="Shape 2"/>
          <p:cNvSpPr/>
          <p:nvPr/>
        </p:nvSpPr>
        <p:spPr>
          <a:xfrm>
            <a:off x="735330" y="1916430"/>
            <a:ext cx="3731657" cy="2595562"/>
          </a:xfrm>
          <a:prstGeom prst="roundRect">
            <a:avLst>
              <a:gd name="adj" fmla="val 3400"/>
            </a:avLst>
          </a:prstGeom>
          <a:solidFill>
            <a:srgbClr val="2F1D63"/>
          </a:solidFill>
          <a:ln w="7620">
            <a:solidFill>
              <a:srgbClr val="48367C"/>
            </a:solidFill>
            <a:prstDash val="solid"/>
          </a:ln>
        </p:spPr>
      </p:sp>
      <p:sp>
        <p:nvSpPr>
          <p:cNvPr id="7" name="Text 3"/>
          <p:cNvSpPr/>
          <p:nvPr/>
        </p:nvSpPr>
        <p:spPr>
          <a:xfrm>
            <a:off x="952976" y="2134076"/>
            <a:ext cx="3296364" cy="689372"/>
          </a:xfrm>
          <a:prstGeom prst="rect">
            <a:avLst/>
          </a:prstGeom>
          <a:noFill/>
          <a:ln/>
        </p:spPr>
        <p:txBody>
          <a:bodyPr wrap="square" lIns="0" tIns="0" rIns="0" bIns="0" rtlCol="0" anchor="t"/>
          <a:lstStyle/>
          <a:p>
            <a:pPr marL="0" indent="0">
              <a:lnSpc>
                <a:spcPts val="2700"/>
              </a:lnSpc>
              <a:buNone/>
            </a:pPr>
            <a:r>
              <a:rPr lang="en-US" sz="2150" b="1" kern="0" spc="-43" dirty="0">
                <a:solidFill>
                  <a:srgbClr val="E0D6DE"/>
                </a:solidFill>
                <a:latin typeface="Petrona" pitchFamily="34" charset="0"/>
                <a:ea typeface="Petrona" pitchFamily="34" charset="-122"/>
                <a:cs typeface="Petrona" pitchFamily="34" charset="-120"/>
              </a:rPr>
              <a:t>Comprehensive Data Integration</a:t>
            </a:r>
            <a:endParaRPr lang="en-US" sz="2150" dirty="0"/>
          </a:p>
        </p:txBody>
      </p:sp>
      <p:sp>
        <p:nvSpPr>
          <p:cNvPr id="8" name="Text 4"/>
          <p:cNvSpPr/>
          <p:nvPr/>
        </p:nvSpPr>
        <p:spPr>
          <a:xfrm>
            <a:off x="952976" y="2949416"/>
            <a:ext cx="3296364" cy="1344930"/>
          </a:xfrm>
          <a:prstGeom prst="rect">
            <a:avLst/>
          </a:prstGeom>
          <a:noFill/>
          <a:ln/>
        </p:spPr>
        <p:txBody>
          <a:bodyPr wrap="square" lIns="0" tIns="0" rIns="0" bIns="0" rtlCol="0" anchor="t"/>
          <a:lstStyle/>
          <a:p>
            <a:pPr marL="0" indent="0">
              <a:lnSpc>
                <a:spcPts val="2600"/>
              </a:lnSpc>
              <a:buNone/>
            </a:pPr>
            <a:r>
              <a:rPr lang="en-US" sz="1650" kern="0" spc="-33" dirty="0">
                <a:solidFill>
                  <a:srgbClr val="E0D6DE"/>
                </a:solidFill>
                <a:latin typeface="Inter" pitchFamily="34" charset="0"/>
                <a:ea typeface="Inter" pitchFamily="34" charset="-122"/>
                <a:cs typeface="Inter" pitchFamily="34" charset="-120"/>
              </a:rPr>
              <a:t>Seamlessly connect to a wide range of data sources, enabling a holistic view of the organization's data ecosystem.</a:t>
            </a:r>
            <a:endParaRPr lang="en-US" sz="1650" dirty="0"/>
          </a:p>
        </p:txBody>
      </p:sp>
      <p:sp>
        <p:nvSpPr>
          <p:cNvPr id="9" name="Shape 5"/>
          <p:cNvSpPr/>
          <p:nvPr/>
        </p:nvSpPr>
        <p:spPr>
          <a:xfrm>
            <a:off x="4677013" y="1916430"/>
            <a:ext cx="3731657" cy="2595562"/>
          </a:xfrm>
          <a:prstGeom prst="roundRect">
            <a:avLst>
              <a:gd name="adj" fmla="val 3400"/>
            </a:avLst>
          </a:prstGeom>
          <a:solidFill>
            <a:srgbClr val="2F1D63"/>
          </a:solidFill>
          <a:ln w="7620">
            <a:solidFill>
              <a:srgbClr val="48367C"/>
            </a:solidFill>
            <a:prstDash val="solid"/>
          </a:ln>
        </p:spPr>
      </p:sp>
      <p:sp>
        <p:nvSpPr>
          <p:cNvPr id="10" name="Text 6"/>
          <p:cNvSpPr/>
          <p:nvPr/>
        </p:nvSpPr>
        <p:spPr>
          <a:xfrm>
            <a:off x="4894659" y="2134076"/>
            <a:ext cx="3296364" cy="689372"/>
          </a:xfrm>
          <a:prstGeom prst="rect">
            <a:avLst/>
          </a:prstGeom>
          <a:noFill/>
          <a:ln/>
        </p:spPr>
        <p:txBody>
          <a:bodyPr wrap="square" lIns="0" tIns="0" rIns="0" bIns="0" rtlCol="0" anchor="t"/>
          <a:lstStyle/>
          <a:p>
            <a:pPr marL="0" indent="0">
              <a:lnSpc>
                <a:spcPts val="2700"/>
              </a:lnSpc>
              <a:buNone/>
            </a:pPr>
            <a:r>
              <a:rPr lang="en-US" sz="2150" b="1" kern="0" spc="-43" dirty="0">
                <a:solidFill>
                  <a:srgbClr val="E0D6DE"/>
                </a:solidFill>
                <a:latin typeface="Petrona" pitchFamily="34" charset="0"/>
                <a:ea typeface="Petrona" pitchFamily="34" charset="-122"/>
                <a:cs typeface="Petrona" pitchFamily="34" charset="-120"/>
              </a:rPr>
              <a:t>Powerful Analytics Capabilities</a:t>
            </a:r>
            <a:endParaRPr lang="en-US" sz="2150" dirty="0"/>
          </a:p>
        </p:txBody>
      </p:sp>
      <p:sp>
        <p:nvSpPr>
          <p:cNvPr id="11" name="Text 7"/>
          <p:cNvSpPr/>
          <p:nvPr/>
        </p:nvSpPr>
        <p:spPr>
          <a:xfrm>
            <a:off x="4894659" y="2949416"/>
            <a:ext cx="3296364" cy="1344930"/>
          </a:xfrm>
          <a:prstGeom prst="rect">
            <a:avLst/>
          </a:prstGeom>
          <a:noFill/>
          <a:ln/>
        </p:spPr>
        <p:txBody>
          <a:bodyPr wrap="square" lIns="0" tIns="0" rIns="0" bIns="0" rtlCol="0" anchor="t"/>
          <a:lstStyle/>
          <a:p>
            <a:pPr marL="0" indent="0">
              <a:lnSpc>
                <a:spcPts val="2600"/>
              </a:lnSpc>
              <a:buNone/>
            </a:pPr>
            <a:r>
              <a:rPr lang="en-US" sz="1650" kern="0" spc="-33" dirty="0">
                <a:solidFill>
                  <a:srgbClr val="E0D6DE"/>
                </a:solidFill>
                <a:latin typeface="Inter" pitchFamily="34" charset="0"/>
                <a:ea typeface="Inter" pitchFamily="34" charset="-122"/>
                <a:cs typeface="Inter" pitchFamily="34" charset="-120"/>
              </a:rPr>
              <a:t>Leverage advanced algorithms and machine learning to uncover hidden insights and patterns within the data.</a:t>
            </a:r>
            <a:endParaRPr lang="en-US" sz="1650" dirty="0"/>
          </a:p>
        </p:txBody>
      </p:sp>
      <p:sp>
        <p:nvSpPr>
          <p:cNvPr id="12" name="Shape 8"/>
          <p:cNvSpPr/>
          <p:nvPr/>
        </p:nvSpPr>
        <p:spPr>
          <a:xfrm>
            <a:off x="735330" y="4722019"/>
            <a:ext cx="3731657" cy="2595562"/>
          </a:xfrm>
          <a:prstGeom prst="roundRect">
            <a:avLst>
              <a:gd name="adj" fmla="val 3400"/>
            </a:avLst>
          </a:prstGeom>
          <a:solidFill>
            <a:srgbClr val="2F1D63"/>
          </a:solidFill>
          <a:ln w="7620">
            <a:solidFill>
              <a:srgbClr val="48367C"/>
            </a:solidFill>
            <a:prstDash val="solid"/>
          </a:ln>
        </p:spPr>
      </p:sp>
      <p:sp>
        <p:nvSpPr>
          <p:cNvPr id="13" name="Text 9"/>
          <p:cNvSpPr/>
          <p:nvPr/>
        </p:nvSpPr>
        <p:spPr>
          <a:xfrm>
            <a:off x="952976" y="4939665"/>
            <a:ext cx="3296364" cy="689372"/>
          </a:xfrm>
          <a:prstGeom prst="rect">
            <a:avLst/>
          </a:prstGeom>
          <a:noFill/>
          <a:ln/>
        </p:spPr>
        <p:txBody>
          <a:bodyPr wrap="square" lIns="0" tIns="0" rIns="0" bIns="0" rtlCol="0" anchor="t"/>
          <a:lstStyle/>
          <a:p>
            <a:pPr marL="0" indent="0">
              <a:lnSpc>
                <a:spcPts val="2700"/>
              </a:lnSpc>
              <a:buNone/>
            </a:pPr>
            <a:r>
              <a:rPr lang="en-US" sz="2150" b="1" kern="0" spc="-43" dirty="0">
                <a:solidFill>
                  <a:srgbClr val="E0D6DE"/>
                </a:solidFill>
                <a:latin typeface="Petrona" pitchFamily="34" charset="0"/>
                <a:ea typeface="Petrona" pitchFamily="34" charset="-122"/>
                <a:cs typeface="Petrona" pitchFamily="34" charset="-120"/>
              </a:rPr>
              <a:t>Intuitive Visualization Builder</a:t>
            </a:r>
            <a:endParaRPr lang="en-US" sz="2150" dirty="0"/>
          </a:p>
        </p:txBody>
      </p:sp>
      <p:sp>
        <p:nvSpPr>
          <p:cNvPr id="14" name="Text 10"/>
          <p:cNvSpPr/>
          <p:nvPr/>
        </p:nvSpPr>
        <p:spPr>
          <a:xfrm>
            <a:off x="952976" y="5755005"/>
            <a:ext cx="3296364" cy="1344930"/>
          </a:xfrm>
          <a:prstGeom prst="rect">
            <a:avLst/>
          </a:prstGeom>
          <a:noFill/>
          <a:ln/>
        </p:spPr>
        <p:txBody>
          <a:bodyPr wrap="square" lIns="0" tIns="0" rIns="0" bIns="0" rtlCol="0" anchor="t"/>
          <a:lstStyle/>
          <a:p>
            <a:pPr marL="0" indent="0">
              <a:lnSpc>
                <a:spcPts val="2600"/>
              </a:lnSpc>
              <a:buNone/>
            </a:pPr>
            <a:r>
              <a:rPr lang="en-US" sz="1650" kern="0" spc="-33" dirty="0">
                <a:solidFill>
                  <a:srgbClr val="E0D6DE"/>
                </a:solidFill>
                <a:latin typeface="Inter" pitchFamily="34" charset="0"/>
                <a:ea typeface="Inter" pitchFamily="34" charset="-122"/>
                <a:cs typeface="Inter" pitchFamily="34" charset="-120"/>
              </a:rPr>
              <a:t>Empower users to create and customize a diverse range of interactive data visualizations with ease.</a:t>
            </a:r>
            <a:endParaRPr lang="en-US" sz="1650" dirty="0"/>
          </a:p>
        </p:txBody>
      </p:sp>
      <p:sp>
        <p:nvSpPr>
          <p:cNvPr id="15" name="Shape 11"/>
          <p:cNvSpPr/>
          <p:nvPr/>
        </p:nvSpPr>
        <p:spPr>
          <a:xfrm>
            <a:off x="4677013" y="4722019"/>
            <a:ext cx="3731657" cy="2595562"/>
          </a:xfrm>
          <a:prstGeom prst="roundRect">
            <a:avLst>
              <a:gd name="adj" fmla="val 3400"/>
            </a:avLst>
          </a:prstGeom>
          <a:solidFill>
            <a:srgbClr val="2F1D63"/>
          </a:solidFill>
          <a:ln w="7620">
            <a:solidFill>
              <a:srgbClr val="48367C"/>
            </a:solidFill>
            <a:prstDash val="solid"/>
          </a:ln>
        </p:spPr>
      </p:sp>
      <p:sp>
        <p:nvSpPr>
          <p:cNvPr id="16" name="Text 12"/>
          <p:cNvSpPr/>
          <p:nvPr/>
        </p:nvSpPr>
        <p:spPr>
          <a:xfrm>
            <a:off x="4894659" y="4939665"/>
            <a:ext cx="3016806" cy="344686"/>
          </a:xfrm>
          <a:prstGeom prst="rect">
            <a:avLst/>
          </a:prstGeom>
          <a:noFill/>
          <a:ln/>
        </p:spPr>
        <p:txBody>
          <a:bodyPr wrap="none" lIns="0" tIns="0" rIns="0" bIns="0" rtlCol="0" anchor="t"/>
          <a:lstStyle/>
          <a:p>
            <a:pPr marL="0" indent="0">
              <a:lnSpc>
                <a:spcPts val="2700"/>
              </a:lnSpc>
              <a:buNone/>
            </a:pPr>
            <a:r>
              <a:rPr lang="en-US" sz="2150" b="1" kern="0" spc="-43" dirty="0">
                <a:solidFill>
                  <a:srgbClr val="E0D6DE"/>
                </a:solidFill>
                <a:latin typeface="Petrona" pitchFamily="34" charset="0"/>
                <a:ea typeface="Petrona" pitchFamily="34" charset="-122"/>
                <a:cs typeface="Petrona" pitchFamily="34" charset="-120"/>
              </a:rPr>
              <a:t>Collaborative Workspace</a:t>
            </a:r>
            <a:endParaRPr lang="en-US" sz="2150" dirty="0"/>
          </a:p>
        </p:txBody>
      </p:sp>
      <p:sp>
        <p:nvSpPr>
          <p:cNvPr id="17" name="Text 13"/>
          <p:cNvSpPr/>
          <p:nvPr/>
        </p:nvSpPr>
        <p:spPr>
          <a:xfrm>
            <a:off x="4894659" y="5410319"/>
            <a:ext cx="3296364" cy="1344930"/>
          </a:xfrm>
          <a:prstGeom prst="rect">
            <a:avLst/>
          </a:prstGeom>
          <a:noFill/>
          <a:ln/>
        </p:spPr>
        <p:txBody>
          <a:bodyPr wrap="square" lIns="0" tIns="0" rIns="0" bIns="0" rtlCol="0" anchor="t"/>
          <a:lstStyle/>
          <a:p>
            <a:pPr marL="0" indent="0">
              <a:lnSpc>
                <a:spcPts val="2600"/>
              </a:lnSpc>
              <a:buNone/>
            </a:pPr>
            <a:r>
              <a:rPr lang="en-US" sz="1650" kern="0" spc="-33" dirty="0">
                <a:solidFill>
                  <a:srgbClr val="E0D6DE"/>
                </a:solidFill>
                <a:latin typeface="Inter" pitchFamily="34" charset="0"/>
                <a:ea typeface="Inter" pitchFamily="34" charset="-122"/>
                <a:cs typeface="Inter" pitchFamily="34" charset="-120"/>
              </a:rPr>
              <a:t>Facilitate real-time collaboration, data sharing, and collective decision-making across teams and departments.</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37220"/>
          </a:xfrm>
          <a:prstGeom prst="rect">
            <a:avLst/>
          </a:prstGeom>
          <a:solidFill>
            <a:srgbClr val="0C0524">
              <a:alpha val="75000"/>
            </a:srgbClr>
          </a:solidFill>
          <a:ln/>
        </p:spPr>
      </p:sp>
      <p:pic>
        <p:nvPicPr>
          <p:cNvPr id="4" name="Image 1" descr="preencoded.png"/>
          <p:cNvPicPr>
            <a:picLocks noChangeAspect="1"/>
          </p:cNvPicPr>
          <p:nvPr/>
        </p:nvPicPr>
        <p:blipFill>
          <a:blip r:embed="rId4"/>
          <a:stretch>
            <a:fillRect/>
          </a:stretch>
        </p:blipFill>
        <p:spPr>
          <a:xfrm>
            <a:off x="0" y="0"/>
            <a:ext cx="14630400" cy="2526506"/>
          </a:xfrm>
          <a:prstGeom prst="rect">
            <a:avLst/>
          </a:prstGeom>
        </p:spPr>
      </p:pic>
      <p:sp>
        <p:nvSpPr>
          <p:cNvPr id="5" name="Text 1"/>
          <p:cNvSpPr/>
          <p:nvPr/>
        </p:nvSpPr>
        <p:spPr>
          <a:xfrm>
            <a:off x="707350" y="3082290"/>
            <a:ext cx="5305663" cy="663178"/>
          </a:xfrm>
          <a:prstGeom prst="rect">
            <a:avLst/>
          </a:prstGeom>
          <a:noFill/>
          <a:ln/>
        </p:spPr>
        <p:txBody>
          <a:bodyPr wrap="none" lIns="0" tIns="0" rIns="0" bIns="0" rtlCol="0" anchor="t"/>
          <a:lstStyle/>
          <a:p>
            <a:pPr marL="0" indent="0">
              <a:lnSpc>
                <a:spcPts val="5200"/>
              </a:lnSpc>
              <a:buNone/>
            </a:pPr>
            <a:r>
              <a:rPr lang="en-US" sz="4150" b="1" kern="0" spc="-84" dirty="0">
                <a:solidFill>
                  <a:srgbClr val="FF8AAF"/>
                </a:solidFill>
                <a:latin typeface="Petrona" pitchFamily="34" charset="0"/>
                <a:ea typeface="Petrona" pitchFamily="34" charset="-122"/>
                <a:cs typeface="Petrona" pitchFamily="34" charset="-120"/>
              </a:rPr>
              <a:t>Modules</a:t>
            </a:r>
            <a:endParaRPr lang="en-US" sz="4150" dirty="0"/>
          </a:p>
        </p:txBody>
      </p:sp>
      <p:sp>
        <p:nvSpPr>
          <p:cNvPr id="6" name="Shape 2"/>
          <p:cNvSpPr/>
          <p:nvPr/>
        </p:nvSpPr>
        <p:spPr>
          <a:xfrm>
            <a:off x="707350" y="4048601"/>
            <a:ext cx="13215699" cy="3632835"/>
          </a:xfrm>
          <a:prstGeom prst="roundRect">
            <a:avLst>
              <a:gd name="adj" fmla="val 2337"/>
            </a:avLst>
          </a:prstGeom>
          <a:noFill/>
          <a:ln w="7620">
            <a:solidFill>
              <a:srgbClr val="FFFFFF">
                <a:alpha val="24000"/>
              </a:srgbClr>
            </a:solidFill>
            <a:prstDash val="solid"/>
          </a:ln>
        </p:spPr>
      </p:sp>
      <p:sp>
        <p:nvSpPr>
          <p:cNvPr id="7" name="Shape 3"/>
          <p:cNvSpPr/>
          <p:nvPr/>
        </p:nvSpPr>
        <p:spPr>
          <a:xfrm>
            <a:off x="714970" y="4056221"/>
            <a:ext cx="13200459" cy="904399"/>
          </a:xfrm>
          <a:prstGeom prst="rect">
            <a:avLst/>
          </a:prstGeom>
          <a:solidFill>
            <a:srgbClr val="FFFFFF">
              <a:alpha val="4000"/>
            </a:srgbClr>
          </a:solidFill>
          <a:ln/>
        </p:spPr>
      </p:sp>
      <p:sp>
        <p:nvSpPr>
          <p:cNvPr id="8" name="Text 4"/>
          <p:cNvSpPr/>
          <p:nvPr/>
        </p:nvSpPr>
        <p:spPr>
          <a:xfrm>
            <a:off x="917019" y="4185047"/>
            <a:ext cx="6192322" cy="323374"/>
          </a:xfrm>
          <a:prstGeom prst="rect">
            <a:avLst/>
          </a:prstGeom>
          <a:noFill/>
          <a:ln/>
        </p:spPr>
        <p:txBody>
          <a:bodyPr wrap="none" lIns="0" tIns="0" rIns="0" bIns="0" rtlCol="0" anchor="t"/>
          <a:lstStyle/>
          <a:p>
            <a:pPr marL="0" indent="0">
              <a:lnSpc>
                <a:spcPts val="2500"/>
              </a:lnSpc>
              <a:buNone/>
            </a:pPr>
            <a:r>
              <a:rPr lang="en-US" sz="1550" kern="0" spc="-32" dirty="0">
                <a:solidFill>
                  <a:srgbClr val="E0D6DE"/>
                </a:solidFill>
                <a:latin typeface="Inter" pitchFamily="34" charset="0"/>
                <a:ea typeface="Inter" pitchFamily="34" charset="-122"/>
                <a:cs typeface="Inter" pitchFamily="34" charset="-120"/>
              </a:rPr>
              <a:t>Data Connector</a:t>
            </a:r>
            <a:endParaRPr lang="en-US" sz="1550" dirty="0"/>
          </a:p>
        </p:txBody>
      </p:sp>
      <p:sp>
        <p:nvSpPr>
          <p:cNvPr id="9" name="Text 5"/>
          <p:cNvSpPr/>
          <p:nvPr/>
        </p:nvSpPr>
        <p:spPr>
          <a:xfrm>
            <a:off x="7521059" y="4185047"/>
            <a:ext cx="6192322" cy="646748"/>
          </a:xfrm>
          <a:prstGeom prst="rect">
            <a:avLst/>
          </a:prstGeom>
          <a:noFill/>
          <a:ln/>
        </p:spPr>
        <p:txBody>
          <a:bodyPr wrap="square" lIns="0" tIns="0" rIns="0" bIns="0" rtlCol="0" anchor="t"/>
          <a:lstStyle/>
          <a:p>
            <a:pPr marL="0" indent="0">
              <a:lnSpc>
                <a:spcPts val="2500"/>
              </a:lnSpc>
              <a:buNone/>
            </a:pPr>
            <a:r>
              <a:rPr lang="en-US" sz="1550" kern="0" spc="-32" dirty="0">
                <a:solidFill>
                  <a:srgbClr val="E0D6DE"/>
                </a:solidFill>
                <a:latin typeface="Inter" pitchFamily="34" charset="0"/>
                <a:ea typeface="Inter" pitchFamily="34" charset="-122"/>
                <a:cs typeface="Inter" pitchFamily="34" charset="-120"/>
              </a:rPr>
              <a:t>Seamlessly integrate data from various sources, including databases, spreadsheets, and real-time feeds.</a:t>
            </a:r>
            <a:endParaRPr lang="en-US" sz="1550" dirty="0"/>
          </a:p>
        </p:txBody>
      </p:sp>
      <p:sp>
        <p:nvSpPr>
          <p:cNvPr id="10" name="Shape 6"/>
          <p:cNvSpPr/>
          <p:nvPr/>
        </p:nvSpPr>
        <p:spPr>
          <a:xfrm>
            <a:off x="714970" y="4960620"/>
            <a:ext cx="13200459" cy="904399"/>
          </a:xfrm>
          <a:prstGeom prst="rect">
            <a:avLst/>
          </a:prstGeom>
          <a:solidFill>
            <a:srgbClr val="000000">
              <a:alpha val="4000"/>
            </a:srgbClr>
          </a:solidFill>
          <a:ln/>
        </p:spPr>
      </p:sp>
      <p:sp>
        <p:nvSpPr>
          <p:cNvPr id="11" name="Text 7"/>
          <p:cNvSpPr/>
          <p:nvPr/>
        </p:nvSpPr>
        <p:spPr>
          <a:xfrm>
            <a:off x="917019" y="5089446"/>
            <a:ext cx="6192322" cy="323374"/>
          </a:xfrm>
          <a:prstGeom prst="rect">
            <a:avLst/>
          </a:prstGeom>
          <a:noFill/>
          <a:ln/>
        </p:spPr>
        <p:txBody>
          <a:bodyPr wrap="none" lIns="0" tIns="0" rIns="0" bIns="0" rtlCol="0" anchor="t"/>
          <a:lstStyle/>
          <a:p>
            <a:pPr marL="0" indent="0">
              <a:lnSpc>
                <a:spcPts val="2500"/>
              </a:lnSpc>
              <a:buNone/>
            </a:pPr>
            <a:r>
              <a:rPr lang="en-US" sz="1550" kern="0" spc="-32" dirty="0">
                <a:solidFill>
                  <a:srgbClr val="E0D6DE"/>
                </a:solidFill>
                <a:latin typeface="Inter" pitchFamily="34" charset="0"/>
                <a:ea typeface="Inter" pitchFamily="34" charset="-122"/>
                <a:cs typeface="Inter" pitchFamily="34" charset="-120"/>
              </a:rPr>
              <a:t>Analytics Engine</a:t>
            </a:r>
            <a:endParaRPr lang="en-US" sz="1550" dirty="0"/>
          </a:p>
        </p:txBody>
      </p:sp>
      <p:sp>
        <p:nvSpPr>
          <p:cNvPr id="12" name="Text 8"/>
          <p:cNvSpPr/>
          <p:nvPr/>
        </p:nvSpPr>
        <p:spPr>
          <a:xfrm>
            <a:off x="7521059" y="5089446"/>
            <a:ext cx="6192322" cy="646748"/>
          </a:xfrm>
          <a:prstGeom prst="rect">
            <a:avLst/>
          </a:prstGeom>
          <a:noFill/>
          <a:ln/>
        </p:spPr>
        <p:txBody>
          <a:bodyPr wrap="square" lIns="0" tIns="0" rIns="0" bIns="0" rtlCol="0" anchor="t"/>
          <a:lstStyle/>
          <a:p>
            <a:pPr marL="0" indent="0">
              <a:lnSpc>
                <a:spcPts val="2500"/>
              </a:lnSpc>
              <a:buNone/>
            </a:pPr>
            <a:r>
              <a:rPr lang="en-US" sz="1550" kern="0" spc="-32" dirty="0">
                <a:solidFill>
                  <a:srgbClr val="E0D6DE"/>
                </a:solidFill>
                <a:latin typeface="Inter" pitchFamily="34" charset="0"/>
                <a:ea typeface="Inter" pitchFamily="34" charset="-122"/>
                <a:cs typeface="Inter" pitchFamily="34" charset="-120"/>
              </a:rPr>
              <a:t>Leverage advanced algorithms and machine learning to uncover hidden patterns and insights.</a:t>
            </a:r>
            <a:endParaRPr lang="en-US" sz="1550" dirty="0"/>
          </a:p>
        </p:txBody>
      </p:sp>
      <p:sp>
        <p:nvSpPr>
          <p:cNvPr id="13" name="Shape 9"/>
          <p:cNvSpPr/>
          <p:nvPr/>
        </p:nvSpPr>
        <p:spPr>
          <a:xfrm>
            <a:off x="714970" y="5865019"/>
            <a:ext cx="13200459" cy="904399"/>
          </a:xfrm>
          <a:prstGeom prst="rect">
            <a:avLst/>
          </a:prstGeom>
          <a:solidFill>
            <a:srgbClr val="FFFFFF">
              <a:alpha val="4000"/>
            </a:srgbClr>
          </a:solidFill>
          <a:ln/>
        </p:spPr>
      </p:sp>
      <p:sp>
        <p:nvSpPr>
          <p:cNvPr id="14" name="Text 10"/>
          <p:cNvSpPr/>
          <p:nvPr/>
        </p:nvSpPr>
        <p:spPr>
          <a:xfrm>
            <a:off x="917019" y="5993844"/>
            <a:ext cx="6192322" cy="323374"/>
          </a:xfrm>
          <a:prstGeom prst="rect">
            <a:avLst/>
          </a:prstGeom>
          <a:noFill/>
          <a:ln/>
        </p:spPr>
        <p:txBody>
          <a:bodyPr wrap="none" lIns="0" tIns="0" rIns="0" bIns="0" rtlCol="0" anchor="t"/>
          <a:lstStyle/>
          <a:p>
            <a:pPr marL="0" indent="0">
              <a:lnSpc>
                <a:spcPts val="2500"/>
              </a:lnSpc>
              <a:buNone/>
            </a:pPr>
            <a:r>
              <a:rPr lang="en-US" sz="1550" kern="0" spc="-32" dirty="0">
                <a:solidFill>
                  <a:srgbClr val="E0D6DE"/>
                </a:solidFill>
                <a:latin typeface="Inter" pitchFamily="34" charset="0"/>
                <a:ea typeface="Inter" pitchFamily="34" charset="-122"/>
                <a:cs typeface="Inter" pitchFamily="34" charset="-120"/>
              </a:rPr>
              <a:t>Visualization Builder</a:t>
            </a:r>
            <a:endParaRPr lang="en-US" sz="1550" dirty="0"/>
          </a:p>
        </p:txBody>
      </p:sp>
      <p:sp>
        <p:nvSpPr>
          <p:cNvPr id="15" name="Text 11"/>
          <p:cNvSpPr/>
          <p:nvPr/>
        </p:nvSpPr>
        <p:spPr>
          <a:xfrm>
            <a:off x="7521059" y="5993844"/>
            <a:ext cx="6192322" cy="646748"/>
          </a:xfrm>
          <a:prstGeom prst="rect">
            <a:avLst/>
          </a:prstGeom>
          <a:noFill/>
          <a:ln/>
        </p:spPr>
        <p:txBody>
          <a:bodyPr wrap="square" lIns="0" tIns="0" rIns="0" bIns="0" rtlCol="0" anchor="t"/>
          <a:lstStyle/>
          <a:p>
            <a:pPr marL="0" indent="0">
              <a:lnSpc>
                <a:spcPts val="2500"/>
              </a:lnSpc>
              <a:buNone/>
            </a:pPr>
            <a:r>
              <a:rPr lang="en-US" sz="1550" kern="0" spc="-32" dirty="0">
                <a:solidFill>
                  <a:srgbClr val="E0D6DE"/>
                </a:solidFill>
                <a:latin typeface="Inter" pitchFamily="34" charset="0"/>
                <a:ea typeface="Inter" pitchFamily="34" charset="-122"/>
                <a:cs typeface="Inter" pitchFamily="34" charset="-120"/>
              </a:rPr>
              <a:t>Empower users to create and customize a wide range of interactive data visualizations.</a:t>
            </a:r>
            <a:endParaRPr lang="en-US" sz="1550" dirty="0"/>
          </a:p>
        </p:txBody>
      </p:sp>
      <p:sp>
        <p:nvSpPr>
          <p:cNvPr id="16" name="Shape 12"/>
          <p:cNvSpPr/>
          <p:nvPr/>
        </p:nvSpPr>
        <p:spPr>
          <a:xfrm>
            <a:off x="714970" y="6769418"/>
            <a:ext cx="13200459" cy="904399"/>
          </a:xfrm>
          <a:prstGeom prst="rect">
            <a:avLst/>
          </a:prstGeom>
          <a:solidFill>
            <a:srgbClr val="000000">
              <a:alpha val="4000"/>
            </a:srgbClr>
          </a:solidFill>
          <a:ln/>
        </p:spPr>
      </p:sp>
      <p:sp>
        <p:nvSpPr>
          <p:cNvPr id="17" name="Text 13"/>
          <p:cNvSpPr/>
          <p:nvPr/>
        </p:nvSpPr>
        <p:spPr>
          <a:xfrm>
            <a:off x="917019" y="6898243"/>
            <a:ext cx="6192322" cy="323374"/>
          </a:xfrm>
          <a:prstGeom prst="rect">
            <a:avLst/>
          </a:prstGeom>
          <a:noFill/>
          <a:ln/>
        </p:spPr>
        <p:txBody>
          <a:bodyPr wrap="none" lIns="0" tIns="0" rIns="0" bIns="0" rtlCol="0" anchor="t"/>
          <a:lstStyle/>
          <a:p>
            <a:pPr marL="0" indent="0">
              <a:lnSpc>
                <a:spcPts val="2500"/>
              </a:lnSpc>
              <a:buNone/>
            </a:pPr>
            <a:r>
              <a:rPr lang="en-US" sz="1550" kern="0" spc="-32" dirty="0">
                <a:solidFill>
                  <a:srgbClr val="E0D6DE"/>
                </a:solidFill>
                <a:latin typeface="Inter" pitchFamily="34" charset="0"/>
                <a:ea typeface="Inter" pitchFamily="34" charset="-122"/>
                <a:cs typeface="Inter" pitchFamily="34" charset="-120"/>
              </a:rPr>
              <a:t>Collaboration Hub</a:t>
            </a:r>
            <a:endParaRPr lang="en-US" sz="1550" dirty="0"/>
          </a:p>
        </p:txBody>
      </p:sp>
      <p:sp>
        <p:nvSpPr>
          <p:cNvPr id="18" name="Text 14"/>
          <p:cNvSpPr/>
          <p:nvPr/>
        </p:nvSpPr>
        <p:spPr>
          <a:xfrm>
            <a:off x="7521059" y="6898243"/>
            <a:ext cx="6192322" cy="646748"/>
          </a:xfrm>
          <a:prstGeom prst="rect">
            <a:avLst/>
          </a:prstGeom>
          <a:noFill/>
          <a:ln/>
        </p:spPr>
        <p:txBody>
          <a:bodyPr wrap="square" lIns="0" tIns="0" rIns="0" bIns="0" rtlCol="0" anchor="t"/>
          <a:lstStyle/>
          <a:p>
            <a:pPr marL="0" indent="0">
              <a:lnSpc>
                <a:spcPts val="2500"/>
              </a:lnSpc>
              <a:buNone/>
            </a:pPr>
            <a:r>
              <a:rPr lang="en-US" sz="1550" kern="0" spc="-32" dirty="0">
                <a:solidFill>
                  <a:srgbClr val="E0D6DE"/>
                </a:solidFill>
                <a:latin typeface="Inter" pitchFamily="34" charset="0"/>
                <a:ea typeface="Inter" pitchFamily="34" charset="-122"/>
                <a:cs typeface="Inter" pitchFamily="34" charset="-120"/>
              </a:rPr>
              <a:t>Enable real-time collaboration, data sharing, and collective decision-making across teams.</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75000"/>
            </a:srgbClr>
          </a:solidFill>
          <a:ln/>
        </p:spPr>
      </p:sp>
      <p:pic>
        <p:nvPicPr>
          <p:cNvPr id="4" name="Image 1" descr="preencoded.png"/>
          <p:cNvPicPr>
            <a:picLocks noChangeAspect="1"/>
          </p:cNvPicPr>
          <p:nvPr/>
        </p:nvPicPr>
        <p:blipFill>
          <a:blip r:embed="rId4"/>
          <a:stretch>
            <a:fillRect/>
          </a:stretch>
        </p:blipFill>
        <p:spPr>
          <a:xfrm>
            <a:off x="0" y="0"/>
            <a:ext cx="5486400" cy="8229600"/>
          </a:xfrm>
          <a:prstGeom prst="rect">
            <a:avLst/>
          </a:prstGeom>
        </p:spPr>
      </p:pic>
      <p:sp>
        <p:nvSpPr>
          <p:cNvPr id="5" name="Text 1"/>
          <p:cNvSpPr/>
          <p:nvPr/>
        </p:nvSpPr>
        <p:spPr>
          <a:xfrm>
            <a:off x="6280190" y="2846784"/>
            <a:ext cx="5954197" cy="744260"/>
          </a:xfrm>
          <a:prstGeom prst="rect">
            <a:avLst/>
          </a:prstGeom>
          <a:noFill/>
          <a:ln/>
        </p:spPr>
        <p:txBody>
          <a:bodyPr wrap="none" lIns="0" tIns="0" rIns="0" bIns="0" rtlCol="0" anchor="t"/>
          <a:lstStyle/>
          <a:p>
            <a:pPr marL="0" indent="0">
              <a:lnSpc>
                <a:spcPts val="5850"/>
              </a:lnSpc>
              <a:buNone/>
            </a:pPr>
            <a:r>
              <a:rPr lang="en-US" sz="4650" b="1" kern="0" spc="-94" dirty="0">
                <a:solidFill>
                  <a:srgbClr val="FF8AAF"/>
                </a:solidFill>
                <a:latin typeface="Petrona" pitchFamily="34" charset="0"/>
                <a:ea typeface="Petrona" pitchFamily="34" charset="-122"/>
                <a:cs typeface="Petrona" pitchFamily="34" charset="-120"/>
              </a:rPr>
              <a:t>Thank you</a:t>
            </a:r>
            <a:endParaRPr lang="en-US" sz="4650" dirty="0"/>
          </a:p>
        </p:txBody>
      </p:sp>
      <p:sp>
        <p:nvSpPr>
          <p:cNvPr id="6" name="Text 2"/>
          <p:cNvSpPr/>
          <p:nvPr/>
        </p:nvSpPr>
        <p:spPr>
          <a:xfrm>
            <a:off x="6280190" y="3931206"/>
            <a:ext cx="7556421" cy="1451610"/>
          </a:xfrm>
          <a:prstGeom prst="rect">
            <a:avLst/>
          </a:prstGeom>
          <a:noFill/>
          <a:ln/>
        </p:spPr>
        <p:txBody>
          <a:bodyPr wrap="square" lIns="0" tIns="0" rIns="0" bIns="0" rtlCol="0" anchor="t"/>
          <a:lstStyle/>
          <a:p>
            <a:pPr marL="0" indent="0">
              <a:lnSpc>
                <a:spcPts val="2850"/>
              </a:lnSpc>
              <a:buNone/>
            </a:pPr>
            <a:r>
              <a:rPr lang="en-US" sz="1750" kern="0" spc="-36" dirty="0">
                <a:solidFill>
                  <a:srgbClr val="E0D6DE"/>
                </a:solidFill>
                <a:latin typeface="Inter" pitchFamily="34" charset="0"/>
                <a:ea typeface="Inter" pitchFamily="34" charset="-122"/>
                <a:cs typeface="Inter" pitchFamily="34" charset="-120"/>
              </a:rPr>
              <a:t>We hope this presentation has provided you with a comprehensive understanding of our advanced data visualization tool and its powerful capabilities. Please feel free to reach out if you have any further questions.</a:t>
            </a:r>
            <a:endParaRPr lang="en-US" sz="1750" dirty="0"/>
          </a:p>
        </p:txBody>
      </p:sp>
      <p:sp>
        <p:nvSpPr>
          <p:cNvPr id="8" name="TextBox 7">
            <a:extLst>
              <a:ext uri="{FF2B5EF4-FFF2-40B4-BE49-F238E27FC236}">
                <a16:creationId xmlns:a16="http://schemas.microsoft.com/office/drawing/2014/main" id="{72BA948F-E865-B93F-AEF8-177DCE4BF734}"/>
              </a:ext>
            </a:extLst>
          </p:cNvPr>
          <p:cNvSpPr txBox="1"/>
          <p:nvPr/>
        </p:nvSpPr>
        <p:spPr>
          <a:xfrm>
            <a:off x="6280191" y="5833641"/>
            <a:ext cx="5005126" cy="830997"/>
          </a:xfrm>
          <a:prstGeom prst="rect">
            <a:avLst/>
          </a:prstGeom>
          <a:noFill/>
        </p:spPr>
        <p:txBody>
          <a:bodyPr wrap="square" rtlCol="0">
            <a:spAutoFit/>
          </a:bodyPr>
          <a:lstStyle/>
          <a:p>
            <a:r>
              <a:rPr lang="en-US" sz="4650" b="1" kern="0" spc="-94" dirty="0">
                <a:solidFill>
                  <a:srgbClr val="FF8AAF"/>
                </a:solidFill>
                <a:latin typeface="Petrona" pitchFamily="34" charset="0"/>
                <a:ea typeface="Petrona" pitchFamily="34" charset="-122"/>
                <a:cs typeface="Petrona" pitchFamily="34" charset="-120"/>
              </a:rPr>
              <a:t>Any query ?</a:t>
            </a:r>
            <a:endParaRPr lang="en-IN" sz="4650"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TotalTime>
  <Words>582</Words>
  <Application>Microsoft Office PowerPoint</Application>
  <PresentationFormat>Custom</PresentationFormat>
  <Paragraphs>69</Paragraphs>
  <Slides>10</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Petrona</vt:lpstr>
      <vt:lpstr>Arial</vt:lpstr>
      <vt:lpstr>Algerian</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nagarajangappan599@gmail.com</cp:lastModifiedBy>
  <cp:revision>6</cp:revision>
  <dcterms:created xsi:type="dcterms:W3CDTF">2024-08-30T15:45:06Z</dcterms:created>
  <dcterms:modified xsi:type="dcterms:W3CDTF">2024-12-06T17:34:54Z</dcterms:modified>
</cp:coreProperties>
</file>